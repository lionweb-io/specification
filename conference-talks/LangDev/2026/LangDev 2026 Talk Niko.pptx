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svg" ContentType="image/svg+xml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webp" ContentType="image/webp"/>
  <Default Extension="pdf" ContentType="application/pdf"/>
  <Default Extension="bin" ContentType="application/vnd.openxmlformats-officedocument.oleObject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</p:sldMasterIdLst>
  <p:notesMasterIdLst>
    <p:notesMasterId r:id="rId6"/>
  </p:notesMasterIdLst>
  <p:sldIdLst>
    <p:sldId id="270" r:id="rId7"/>
    <p:sldId id="271" r:id="rId8"/>
    <p:sldId id="268" r:id="rId9"/>
  </p:sldIdLst>
  <p:sldSz cx="12192000" cy="6858000"/>
  <p:notesSz cx="6858000" cy="9144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rgbClr val="000000"/>
        </a:solidFill>
        <a:effectLst/>
        <a:txBgFill val="auto"/>
        <a:latin typeface="Calibri" pitchFamily="1" charset="0"/>
        <a:ea typeface="Calibri" pitchFamily="1" charset="0"/>
        <a:cs typeface="Calibri" pitchFamily="1" charset="0"/>
      </a:defRPr>
    </a:lvl1pPr>
    <a:lvl2pPr marL="0" marR="0" indent="45720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rgbClr val="000000"/>
        </a:solidFill>
        <a:effectLst/>
        <a:txBgFill val="auto"/>
        <a:latin typeface="Calibri" pitchFamily="1" charset="0"/>
        <a:ea typeface="Calibri" pitchFamily="1" charset="0"/>
        <a:cs typeface="Calibri" pitchFamily="1" charset="0"/>
      </a:defRPr>
    </a:lvl2pPr>
    <a:lvl3pPr marL="0" marR="0" indent="91440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rgbClr val="000000"/>
        </a:solidFill>
        <a:effectLst/>
        <a:txBgFill val="auto"/>
        <a:latin typeface="Calibri" pitchFamily="1" charset="0"/>
        <a:ea typeface="Calibri" pitchFamily="1" charset="0"/>
        <a:cs typeface="Calibri" pitchFamily="1" charset="0"/>
      </a:defRPr>
    </a:lvl3pPr>
    <a:lvl4pPr marL="0" marR="0" indent="137160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rgbClr val="000000"/>
        </a:solidFill>
        <a:effectLst/>
        <a:txBgFill val="auto"/>
        <a:latin typeface="Calibri" pitchFamily="1" charset="0"/>
        <a:ea typeface="Calibri" pitchFamily="1" charset="0"/>
        <a:cs typeface="Calibri" pitchFamily="1" charset="0"/>
      </a:defRPr>
    </a:lvl4pPr>
    <a:lvl5pPr marL="0" marR="0" indent="182880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rgbClr val="000000"/>
        </a:solidFill>
        <a:effectLst/>
        <a:txBgFill val="auto"/>
        <a:latin typeface="Calibri" pitchFamily="1" charset="0"/>
        <a:ea typeface="Calibri" pitchFamily="1" charset="0"/>
        <a:cs typeface="Calibri" pitchFamily="1" charset="0"/>
      </a:defRPr>
    </a:lvl5pPr>
    <a:lvl6pPr marL="0" marR="0" indent="228600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rgbClr val="000000"/>
        </a:solidFill>
        <a:effectLst/>
        <a:txBgFill val="auto"/>
        <a:latin typeface="Calibri" pitchFamily="1" charset="0"/>
        <a:ea typeface="Calibri" pitchFamily="1" charset="0"/>
        <a:cs typeface="Calibri" pitchFamily="1" charset="0"/>
      </a:defRPr>
    </a:lvl6pPr>
    <a:lvl7pPr marL="0" marR="0" indent="274320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rgbClr val="000000"/>
        </a:solidFill>
        <a:effectLst/>
        <a:txBgFill val="auto"/>
        <a:latin typeface="Calibri" pitchFamily="1" charset="0"/>
        <a:ea typeface="Calibri" pitchFamily="1" charset="0"/>
        <a:cs typeface="Calibri" pitchFamily="1" charset="0"/>
      </a:defRPr>
    </a:lvl7pPr>
    <a:lvl8pPr marL="0" marR="0" indent="320040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rgbClr val="000000"/>
        </a:solidFill>
        <a:effectLst/>
        <a:txBgFill val="auto"/>
        <a:latin typeface="Calibri" pitchFamily="1" charset="0"/>
        <a:ea typeface="Calibri" pitchFamily="1" charset="0"/>
        <a:cs typeface="Calibri" pitchFamily="1" charset="0"/>
      </a:defRPr>
    </a:lvl8pPr>
    <a:lvl9pPr marL="0" marR="0" indent="365760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rgbClr val="000000"/>
        </a:solidFill>
        <a:effectLst/>
        <a:txBgFill val="auto"/>
        <a:latin typeface="Calibri" pitchFamily="1" charset="0"/>
        <a:ea typeface="Calibri" pitchFamily="1" charset="0"/>
        <a:cs typeface="Calibri" pitchFamily="1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/>
  <p:extLst>
    <p:ext uri="smNativeData">
      <pr:smAppRevision xmlns:pr="smNativeData" xmlns="smNativeData" dt="1788875370" val="1502" rev64="64" revOS="3"/>
      <pr:smFileRevision xmlns:pr="smNativeData" xmlns="smNativeData" dt="1788875370" val="102"/>
      <pr:trialVersion xmlns:pr="smNativeData" xmlns="smNativeData" id="1788875370" val="264370359"/>
      <pr:guideOptions xmlns:pr="smNativeData" xmlns="smNativeData" dt="1788875370" snapToBorders="1" snapToGuide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Grid="0" snapToObjects="1" showGuides="1">
      <p:cViewPr>
        <p:scale>
          <a:sx n="155" d="100"/>
          <a:sy n="155" d="100"/>
        </p:scale>
        <p:origin x="74" y="374"/>
      </p:cViewPr>
      <p:guideLst x="0" y="0"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28" d="100"/>
        <a:sy n="28" d="100"/>
      </p:scale>
      <p:origin x="0" y="0"/>
    </p:cViewPr>
  </p:sorterViewPr>
  <p:notesViewPr>
    <p:cSldViewPr snapToGrid="0" snapToObjects="1" showGuides="1">
      <p:cViewPr>
        <p:scale>
          <a:sx n="155" d="100"/>
          <a:sy n="155" d="100"/>
        </p:scale>
        <p:origin x="74" y="374"/>
      </p:cViewPr>
    </p:cSldViewPr>
  </p:notesViewPr>
  <p:gridSpacing cx="73477120" cy="7347712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17"/>
          <p:cNvSpPr>
            <a:spLocks noGrp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" name="Shape 118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rgbClr val="000000"/>
        </a:solidFill>
        <a:effectLst/>
        <a:txBgFill val="auto"/>
        <a:latin typeface="Calibri" pitchFamily="1" charset="0"/>
        <a:ea typeface="Calibri" pitchFamily="1" charset="0"/>
        <a:cs typeface="Calibri" pitchFamily="1" charset="0"/>
      </a:defRPr>
    </a:lvl1pPr>
    <a:lvl2pPr marL="0" marR="0" indent="22860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rgbClr val="000000"/>
        </a:solidFill>
        <a:effectLst/>
        <a:txBgFill val="auto"/>
        <a:latin typeface="Calibri" pitchFamily="1" charset="0"/>
        <a:ea typeface="Calibri" pitchFamily="1" charset="0"/>
        <a:cs typeface="Calibri" pitchFamily="1" charset="0"/>
      </a:defRPr>
    </a:lvl2pPr>
    <a:lvl3pPr marL="0" marR="0" indent="45720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rgbClr val="000000"/>
        </a:solidFill>
        <a:effectLst/>
        <a:txBgFill val="auto"/>
        <a:latin typeface="Calibri" pitchFamily="1" charset="0"/>
        <a:ea typeface="Calibri" pitchFamily="1" charset="0"/>
        <a:cs typeface="Calibri" pitchFamily="1" charset="0"/>
      </a:defRPr>
    </a:lvl3pPr>
    <a:lvl4pPr marL="0" marR="0" indent="68580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rgbClr val="000000"/>
        </a:solidFill>
        <a:effectLst/>
        <a:txBgFill val="auto"/>
        <a:latin typeface="Calibri" pitchFamily="1" charset="0"/>
        <a:ea typeface="Calibri" pitchFamily="1" charset="0"/>
        <a:cs typeface="Calibri" pitchFamily="1" charset="0"/>
      </a:defRPr>
    </a:lvl4pPr>
    <a:lvl5pPr marL="0" marR="0" indent="91440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rgbClr val="000000"/>
        </a:solidFill>
        <a:effectLst/>
        <a:txBgFill val="auto"/>
        <a:latin typeface="Calibri" pitchFamily="1" charset="0"/>
        <a:ea typeface="Calibri" pitchFamily="1" charset="0"/>
        <a:cs typeface="Calibri" pitchFamily="1" charset="0"/>
      </a:defRPr>
    </a:lvl5pPr>
    <a:lvl6pPr marL="0" marR="0" indent="114300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rgbClr val="000000"/>
        </a:solidFill>
        <a:effectLst/>
        <a:txBgFill val="auto"/>
        <a:latin typeface="Calibri" pitchFamily="1" charset="0"/>
        <a:ea typeface="Calibri" pitchFamily="1" charset="0"/>
        <a:cs typeface="Calibri" pitchFamily="1" charset="0"/>
      </a:defRPr>
    </a:lvl6pPr>
    <a:lvl7pPr marL="0" marR="0" indent="137160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rgbClr val="000000"/>
        </a:solidFill>
        <a:effectLst/>
        <a:txBgFill val="auto"/>
        <a:latin typeface="Calibri" pitchFamily="1" charset="0"/>
        <a:ea typeface="Calibri" pitchFamily="1" charset="0"/>
        <a:cs typeface="Calibri" pitchFamily="1" charset="0"/>
      </a:defRPr>
    </a:lvl7pPr>
    <a:lvl8pPr marL="0" marR="0" indent="160020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rgbClr val="000000"/>
        </a:solidFill>
        <a:effectLst/>
        <a:txBgFill val="auto"/>
        <a:latin typeface="Calibri" pitchFamily="1" charset="0"/>
        <a:ea typeface="Calibri" pitchFamily="1" charset="0"/>
        <a:cs typeface="Calibri" pitchFamily="1" charset="0"/>
      </a:defRPr>
    </a:lvl8pPr>
    <a:lvl9pPr marL="0" marR="0" indent="182880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rgbClr val="000000"/>
        </a:solidFill>
        <a:effectLst/>
        <a:txBgFill val="auto"/>
        <a:latin typeface="Calibri" pitchFamily="1" charset="0"/>
        <a:ea typeface="Calibri" pitchFamily="1" charset="0"/>
        <a:cs typeface="Calibri" pitchFamily="1" charset="0"/>
      </a:defRPr>
    </a:lvl9pPr>
  </p:notesStyle>
</p:notesMaster>
</file>

<file path=ppt/notesSlides/_rels/notesSlide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Relationship Id="rId3" Type="http://schemas.openxmlformats.org/officeDocument/2006/relationships/themeOverride" Target="../theme/themeOverride1.xml"/></Relationships>
</file>

<file path=ppt/notesSlides/_rels/notesSlide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themeOverride" Target="../theme/themeOverride2.xml"/></Relationships>
</file>

<file path=ppt/notesSlides/_rels/notesSlide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Relationship Id="rId3" Type="http://schemas.openxmlformats.org/officeDocument/2006/relationships/themeOverride" Target="../theme/themeOverride3.xml"/></Relationships>
</file>

<file path=ppt/notesSlides/notesSlide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Picture1"/>
          <p:cNvSpPr>
            <a:spLocks noGrp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" name="SlideText1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  <a:normAutofit/>
          </a:bodyPr>
          <a:lstStyle/>
          <a:p>
            <a:pPr/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Picture1"/>
          <p:cNvSpPr>
            <a:spLocks noGrp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" name="SlideText1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/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Picture1"/>
          <p:cNvSpPr>
            <a:spLocks noGrp="1" noChangeArrowhead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" name="SlideText1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/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7" descr="Graphic 7"/>
          <p:cNvPicPr>
            <a:picLocks noChangeAspect="1"/>
          </p:cNvPicPr>
          <p:nvPr/>
        </p:nvPicPr>
        <p:blipFill>
          <a:blip r:embed="rId2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10931525" y="67945"/>
            <a:ext cx="1121410" cy="1127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itle Text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5004435"/>
          </a:xfrm>
        </p:spPr>
        <p:txBody>
          <a:bodyPr vert="horz" wrap="square" lIns="45720" tIns="45720" rIns="45720" bIns="45720" numCol="1" spcCol="215900" anchor="t">
            <a:prstTxWarp prst="textNoShape">
              <a:avLst/>
            </a:prstTxWarp>
          </a:bodyPr>
          <a:lstStyle>
            <a:lvl1pPr>
              <a:defRPr sz="6000" cap="none"/>
            </a:lvl1pPr>
          </a:lstStyle>
          <a:p>
            <a:pPr/>
            <a:r>
              <a:t>Title Text</a:t>
            </a:r>
          </a:p>
        </p:txBody>
      </p:sp>
      <p:sp>
        <p:nvSpPr>
          <p:cNvPr id="4" name="Body Level One…"/>
          <p:cNvSpPr>
            <a:spLocks noGrp="1" noChangeArrowheads="1"/>
          </p:cNvSpPr>
          <p:nvPr>
            <p:ph idx="1"/>
          </p:nvPr>
        </p:nvSpPr>
        <p:spPr>
          <a:xfrm>
            <a:off x="1440815" y="5518150"/>
            <a:ext cx="9144000" cy="670560"/>
          </a:xfrm>
        </p:spPr>
        <p:txBody>
          <a:bodyPr vert="horz" wrap="square" lIns="45720" tIns="45720" rIns="45720" bIns="45720" numCol="1" spcCol="215900" anchor="t">
            <a:prstTxWarp prst="textNoShape">
              <a:avLst/>
            </a:prstTxWarp>
            <a:normAutofit/>
          </a:bodyPr>
          <a:lstStyle>
            <a:lvl1pPr marL="0" indent="0" algn="ctr">
              <a:buNone/>
              <a:defRPr sz="2400" cap="none"/>
            </a:lvl1pPr>
            <a:lvl2pPr marL="0" indent="457200" algn="ctr">
              <a:buNone/>
              <a:defRPr sz="2400" cap="none"/>
            </a:lvl2pPr>
            <a:lvl3pPr marL="0" indent="914400" algn="ctr">
              <a:buNone/>
              <a:defRPr sz="2400" cap="none"/>
            </a:lvl3pPr>
            <a:lvl4pPr marL="0" indent="1371600" algn="ctr">
              <a:buNone/>
              <a:defRPr sz="2400" cap="none"/>
            </a:lvl4pPr>
            <a:lvl5pPr marL="0" indent="1828800" algn="ctr">
              <a:buNone/>
              <a:defRPr sz="2400" cap="none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5" name="Graphic 6" descr="Graphic 6"/>
          <p:cNvPicPr>
            <a:picLocks noChangeAspect="1"/>
          </p:cNvPicPr>
          <p:nvPr/>
        </p:nvPicPr>
        <p:blipFill>
          <a:blip r:embed="rId2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5303520" y="2963545"/>
            <a:ext cx="1584960" cy="159321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Picture 8" descr="Picture 8"/>
          <p:cNvPicPr>
            <a:picLocks noChangeAspect="1"/>
          </p:cNvPicPr>
          <p:nvPr/>
        </p:nvPicPr>
        <p:blipFill>
          <a:blip r:embed="rId3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1440815" y="5395595"/>
            <a:ext cx="9144000" cy="9607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Slide Number"/>
          <p:cNvSpPr>
            <a:spLocks noGrp="1" noChangeArrowheads="1"/>
          </p:cNvSpPr>
          <p:nvPr>
            <p:ph type="sldNum" sz="quarter" idx="12"/>
          </p:nvPr>
        </p:nvSpPr>
        <p:spPr/>
        <p:txBody>
          <a:bodyPr vert="horz" wrap="none" lIns="45720" tIns="45720" rIns="45720" bIns="45720" numCol="1" spcCol="215900" anchor="ctr">
            <a:prstTxWarp prst="textNoShape">
              <a:avLst/>
            </a:prstTxWarp>
            <a:spAutoFit/>
          </a:bodyPr>
          <a:lstStyle/>
          <a:p>
            <a:pPr/>
            <a:fld id="{0AD57FB3-FDE7-8089-A96D-0BDC31235F5E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7" descr="Graphic 7"/>
          <p:cNvPicPr>
            <a:picLocks noChangeAspect="1"/>
          </p:cNvPicPr>
          <p:nvPr/>
        </p:nvPicPr>
        <p:blipFill>
          <a:blip r:embed="rId2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10931525" y="67945"/>
            <a:ext cx="1121410" cy="1127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itle Text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264285"/>
          </a:xfr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>
            <a:spLocks noGrp="1" noChangeArrowheads="1"/>
          </p:cNvSpPr>
          <p:nvPr>
            <p:ph idx="1"/>
          </p:nvPr>
        </p:nvSpPr>
        <p:spPr>
          <a:xfrm>
            <a:off x="838200" y="1483360"/>
            <a:ext cx="10515600" cy="4867910"/>
          </a:xfrm>
        </p:spPr>
        <p:txBody>
          <a:bodyPr vert="horz" wrap="square" lIns="45720" tIns="45720" rIns="45720" bIns="45720" numCol="1" spcCol="215900" anchor="t">
            <a:prstTxWarp prst="textNoShape">
              <a:avLst/>
            </a:prstTxWarp>
            <a:normAutofit/>
          </a:bodyPr>
          <a:lstStyle>
            <a:lvl1pPr marL="0" indent="0">
              <a:lnSpc>
                <a:spcPct val="100000"/>
              </a:lnSpc>
              <a:buNone/>
              <a:defRPr sz="2400" cap="none"/>
            </a:lvl1pPr>
            <a:lvl2pPr marL="731520" indent="-274320">
              <a:lnSpc>
                <a:spcPct val="100000"/>
              </a:lnSpc>
              <a:buFontTx/>
              <a:defRPr sz="2400" cap="none"/>
            </a:lvl2pPr>
            <a:lvl3pPr marL="1219200" indent="-304800">
              <a:lnSpc>
                <a:spcPct val="100000"/>
              </a:lnSpc>
              <a:buFontTx/>
              <a:defRPr sz="2400" cap="none"/>
            </a:lvl3pPr>
            <a:lvl4pPr marL="1676400" indent="-304800">
              <a:lnSpc>
                <a:spcPct val="100000"/>
              </a:lnSpc>
              <a:buFontTx/>
              <a:defRPr sz="2400" cap="none"/>
            </a:lvl4pPr>
            <a:lvl5pPr marL="2133600" indent="-304800">
              <a:lnSpc>
                <a:spcPct val="100000"/>
              </a:lnSpc>
              <a:buFontTx/>
              <a:defRPr sz="2400" cap="none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5" name="Graphic 8" descr="Graphic 8"/>
          <p:cNvPicPr>
            <a:picLocks noChangeAspect="1"/>
          </p:cNvPicPr>
          <p:nvPr/>
        </p:nvPicPr>
        <p:blipFill>
          <a:blip r:embed="rId2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10931525" y="67945"/>
            <a:ext cx="1121410" cy="1127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Slide Number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073130" y="6522085"/>
            <a:ext cx="280670" cy="277495"/>
          </a:xfrm>
        </p:spPr>
        <p:txBody>
          <a:bodyPr vert="horz" wrap="none" lIns="45720" tIns="45720" rIns="45720" bIns="45720" numCol="1" spcCol="215900" anchor="ctr">
            <a:prstTxWarp prst="textNoShape">
              <a:avLst/>
            </a:prstTxWarp>
            <a:spAutoFit/>
          </a:bodyPr>
          <a:lstStyle/>
          <a:p>
            <a:pPr/>
            <a:fld id="{25D1C097-D9C8-8436-8669-2F638E27707A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7" descr="Graphic 7"/>
          <p:cNvPicPr>
            <a:picLocks noChangeAspect="1"/>
          </p:cNvPicPr>
          <p:nvPr/>
        </p:nvPicPr>
        <p:blipFill>
          <a:blip r:embed="rId2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10931525" y="67945"/>
            <a:ext cx="1121410" cy="1127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itle Text"/>
          <p:cNvSpPr>
            <a:spLocks noGrp="1" noChangeArrowheads="1"/>
          </p:cNvSpPr>
          <p:nvPr>
            <p:ph type="title"/>
          </p:nvPr>
        </p:nvSpPr>
        <p:spPr>
          <a:xfrm>
            <a:off x="0" y="1710055"/>
            <a:ext cx="12192000" cy="3185160"/>
          </a:xfrm>
        </p:spPr>
        <p:txBody>
          <a:bodyPr vert="horz" wrap="square" lIns="45720" tIns="45720" rIns="45720" bIns="45720" numCol="1" spcCol="215900" anchor="t">
            <a:prstTxWarp prst="textNoShape">
              <a:avLst/>
            </a:prstTxWarp>
          </a:bodyPr>
          <a:lstStyle>
            <a:lvl1pPr>
              <a:defRPr sz="6000" cap="none"/>
            </a:lvl1pPr>
          </a:lstStyle>
          <a:p>
            <a:pPr/>
            <a:r>
              <a:t>Title Text</a:t>
            </a:r>
          </a:p>
        </p:txBody>
      </p:sp>
      <p:sp>
        <p:nvSpPr>
          <p:cNvPr id="4" name="Body Level One…"/>
          <p:cNvSpPr>
            <a:spLocks noGrp="1" noChangeArrowheads="1"/>
          </p:cNvSpPr>
          <p:nvPr>
            <p:ph idx="1"/>
          </p:nvPr>
        </p:nvSpPr>
        <p:spPr>
          <a:xfrm>
            <a:off x="831850" y="5033010"/>
            <a:ext cx="10515600" cy="1056640"/>
          </a:xfrm>
        </p:spPr>
        <p:txBody>
          <a:bodyPr vert="horz" wrap="square" lIns="45720" tIns="45720" rIns="45720" bIns="45720" numCol="1" spcCol="215900" anchor="t">
            <a:prstTxWarp prst="textNoShape">
              <a:avLst/>
            </a:prstTxWarp>
            <a:normAutofit/>
          </a:bodyPr>
          <a:lstStyle>
            <a:lvl1pPr marL="0" indent="0">
              <a:buNone/>
              <a:defRPr sz="2400" cap="none">
                <a:solidFill>
                  <a:srgbClr val="888888"/>
                </a:solidFill>
              </a:defRPr>
            </a:lvl1pPr>
            <a:lvl2pPr marL="0" indent="457200">
              <a:buNone/>
              <a:defRPr sz="2400" cap="none">
                <a:solidFill>
                  <a:srgbClr val="888888"/>
                </a:solidFill>
              </a:defRPr>
            </a:lvl2pPr>
            <a:lvl3pPr marL="0" indent="914400">
              <a:buNone/>
              <a:defRPr sz="2400" cap="none">
                <a:solidFill>
                  <a:srgbClr val="888888"/>
                </a:solidFill>
              </a:defRPr>
            </a:lvl3pPr>
            <a:lvl4pPr marL="0" indent="1371600">
              <a:buNone/>
              <a:defRPr sz="2400" cap="none">
                <a:solidFill>
                  <a:srgbClr val="888888"/>
                </a:solidFill>
              </a:defRPr>
            </a:lvl4pPr>
            <a:lvl5pPr marL="0" indent="1828800">
              <a:buNone/>
              <a:defRPr sz="2400" cap="none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5" name="Graphic 6" descr="Graphic 6"/>
          <p:cNvPicPr>
            <a:picLocks noChangeAspect="1"/>
          </p:cNvPicPr>
          <p:nvPr/>
        </p:nvPicPr>
        <p:blipFill>
          <a:blip r:embed="rId2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5535295" y="3394710"/>
            <a:ext cx="1121410" cy="1127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Slide Number"/>
          <p:cNvSpPr>
            <a:spLocks noGrp="1" noChangeArrowheads="1"/>
          </p:cNvSpPr>
          <p:nvPr>
            <p:ph type="sldNum" sz="quarter" idx="12"/>
          </p:nvPr>
        </p:nvSpPr>
        <p:spPr/>
        <p:txBody>
          <a:bodyPr vert="horz" wrap="none" lIns="45720" tIns="45720" rIns="45720" bIns="45720" numCol="1" spcCol="215900" anchor="ctr">
            <a:prstTxWarp prst="textNoShape">
              <a:avLst/>
            </a:prstTxWarp>
            <a:spAutoFit/>
          </a:bodyPr>
          <a:lstStyle/>
          <a:p>
            <a:pPr/>
            <a:fld id="{24CF29B4-FAC9-9ADF-8777-0C8A67397159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7" descr="Graphic 7"/>
          <p:cNvPicPr>
            <a:picLocks noChangeAspect="1"/>
          </p:cNvPicPr>
          <p:nvPr/>
        </p:nvPicPr>
        <p:blipFill>
          <a:blip r:embed="rId2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10931525" y="67945"/>
            <a:ext cx="1121410" cy="1127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itle Text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264285"/>
          </a:xfr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5181600" cy="4351655"/>
          </a:xfrm>
        </p:spPr>
        <p:txBody>
          <a:bodyPr vert="horz" wrap="square" lIns="45720" tIns="45720" rIns="45720" bIns="45720" numCol="1" spcCol="215900" anchor="t">
            <a:prstTxWarp prst="textNoShape">
              <a:avLst/>
            </a:prstTxWarp>
            <a:normAutofit/>
          </a:bodyPr>
          <a:lstStyle>
            <a:lvl1pPr marL="0" indent="0">
              <a:buNone/>
            </a:lvl1pPr>
            <a:lvl2pPr>
              <a:buFontTx/>
            </a:lvl2pPr>
            <a:lvl3pPr>
              <a:buFontTx/>
            </a:lvl3pPr>
            <a:lvl4pPr>
              <a:buFontTx/>
            </a:lvl4pPr>
            <a:lvl5pPr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5" name="Picture1" descr="Graphic 7"/>
          <p:cNvPicPr>
            <a:picLocks noChangeAspect="1"/>
          </p:cNvPicPr>
          <p:nvPr/>
        </p:nvPicPr>
        <p:blipFill>
          <a:blip r:embed="rId2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10931525" y="67945"/>
            <a:ext cx="1121410" cy="1127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Slide Number"/>
          <p:cNvSpPr>
            <a:spLocks noGrp="1" noChangeArrowheads="1"/>
          </p:cNvSpPr>
          <p:nvPr>
            <p:ph type="sldNum" sz="quarter" idx="12"/>
          </p:nvPr>
        </p:nvSpPr>
        <p:spPr/>
        <p:txBody>
          <a:bodyPr vert="horz" wrap="none" lIns="45720" tIns="45720" rIns="45720" bIns="45720" numCol="1" spcCol="215900" anchor="ctr">
            <a:prstTxWarp prst="textNoShape">
              <a:avLst/>
            </a:prstTxWarp>
            <a:spAutoFit/>
          </a:bodyPr>
          <a:lstStyle/>
          <a:p>
            <a:pPr/>
            <a:fld id="{594A99FF-B1B4-1F6F-FAF2-473AD7BC0C12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7" descr="Graphic 7"/>
          <p:cNvPicPr>
            <a:picLocks noChangeAspect="1"/>
          </p:cNvPicPr>
          <p:nvPr/>
        </p:nvPicPr>
        <p:blipFill>
          <a:blip r:embed="rId2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10931525" y="67945"/>
            <a:ext cx="1121410" cy="1127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itle Text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264285"/>
          </a:xfrm>
        </p:spPr>
        <p:txBody>
          <a:bodyPr/>
          <a:lstStyle/>
          <a:p>
            <a:pPr/>
            <a:r>
              <a:t>Title Text</a:t>
            </a:r>
          </a:p>
        </p:txBody>
      </p:sp>
      <p:pic>
        <p:nvPicPr>
          <p:cNvPr id="4" name="Graphic 6" descr="Graphic 6"/>
          <p:cNvPicPr>
            <a:picLocks noChangeAspect="1"/>
          </p:cNvPicPr>
          <p:nvPr/>
        </p:nvPicPr>
        <p:blipFill>
          <a:blip r:embed="rId2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10931525" y="67945"/>
            <a:ext cx="1121410" cy="1127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Slide Number"/>
          <p:cNvSpPr>
            <a:spLocks noGrp="1" noChangeArrowheads="1"/>
          </p:cNvSpPr>
          <p:nvPr>
            <p:ph type="sldNum" sz="quarter" idx="12"/>
          </p:nvPr>
        </p:nvSpPr>
        <p:spPr/>
        <p:txBody>
          <a:bodyPr vert="horz" wrap="none" lIns="45720" tIns="45720" rIns="45720" bIns="45720" numCol="1" spcCol="215900" anchor="ctr">
            <a:prstTxWarp prst="textNoShape">
              <a:avLst/>
            </a:prstTxWarp>
            <a:spAutoFit/>
          </a:bodyPr>
          <a:lstStyle/>
          <a:p>
            <a:pPr/>
            <a:fld id="{5F806519-57B2-D593-FC38-A1C62B760AF4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>
            <a:spLocks noGrp="1" noChangeArrowheads="1"/>
          </p:cNvSpPr>
          <p:nvPr>
            <p:ph type="sldNum" sz="quarter" idx="12"/>
          </p:nvPr>
        </p:nvSpPr>
        <p:spPr/>
        <p:txBody>
          <a:bodyPr vert="horz" wrap="none" lIns="45720" tIns="45720" rIns="45720" bIns="45720" numCol="1" spcCol="215900" anchor="ctr">
            <a:prstTxWarp prst="textNoShape">
              <a:avLst/>
            </a:prstTxWarp>
            <a:spAutoFit/>
          </a:bodyPr>
          <a:lstStyle/>
          <a:p>
            <a:pPr/>
            <a:fld id="{0500CC28-66E8-553A-A6B8-906F82F650C5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>
            <a:spLocks noGrp="1" noChangeArrowheads="1"/>
          </p:cNvSpPr>
          <p:nvPr>
            <p:ph type="title"/>
          </p:nvPr>
        </p:nvSpPr>
        <p:spPr>
          <a:xfrm>
            <a:off x="839470" y="457200"/>
            <a:ext cx="3932555" cy="1600200"/>
          </a:xfrm>
        </p:spPr>
        <p:txBody>
          <a:bodyPr vert="horz" wrap="square" lIns="45720" tIns="45720" rIns="45720" bIns="45720" numCol="1" spcCol="215900" anchor="b">
            <a:prstTxWarp prst="textNoShape">
              <a:avLst/>
            </a:prstTxWarp>
          </a:bodyPr>
          <a:lstStyle>
            <a:lvl1pPr>
              <a:defRPr sz="3200" cap="none"/>
            </a:lvl1pPr>
          </a:lstStyle>
          <a:p>
            <a:pPr/>
            <a:r>
              <a:t>Title Text</a:t>
            </a:r>
          </a:p>
        </p:txBody>
      </p:sp>
      <p:sp>
        <p:nvSpPr>
          <p:cNvPr id="3" name="Body Level One…"/>
          <p:cNvSpPr>
            <a:spLocks noGrp="1" noChangeArrowheads="1"/>
          </p:cNvSpPr>
          <p:nvPr>
            <p:ph idx="1"/>
          </p:nvPr>
        </p:nvSpPr>
        <p:spPr>
          <a:xfrm>
            <a:off x="5182870" y="987425"/>
            <a:ext cx="6172835" cy="4873625"/>
          </a:xfrm>
        </p:spPr>
        <p:txBody>
          <a:bodyPr vert="horz" wrap="square" lIns="45720" tIns="45720" rIns="45720" bIns="45720" numCol="1" spcCol="215900" anchor="t">
            <a:prstTxWarp prst="textNoShape">
              <a:avLst/>
            </a:prstTxWarp>
            <a:normAutofit/>
          </a:bodyPr>
          <a:lstStyle>
            <a:lvl1pPr>
              <a:defRPr sz="3200" cap="none"/>
            </a:lvl1pPr>
            <a:lvl2pPr marL="718185" indent="-260985">
              <a:defRPr sz="3200" cap="none"/>
            </a:lvl2pPr>
            <a:lvl3pPr marL="1219200" indent="-304800">
              <a:defRPr sz="3200" cap="none"/>
            </a:lvl3pPr>
            <a:lvl4pPr marL="1737360" indent="-365760">
              <a:defRPr sz="3200" cap="none"/>
            </a:lvl4pPr>
            <a:lvl5pPr marL="2194560" indent="-365760">
              <a:defRPr sz="3200" cap="none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Text Placeholder 3"/>
          <p:cNvSpPr>
            <a:spLocks noGrp="1" noChangeArrowheads="1"/>
          </p:cNvSpPr>
          <p:nvPr>
            <p:ph idx="21"/>
          </p:nvPr>
        </p:nvSpPr>
        <p:spPr>
          <a:xfrm>
            <a:off x="839470" y="2057400"/>
            <a:ext cx="3932555" cy="3811905"/>
          </a:xfrm>
        </p:spPr>
        <p:txBody>
          <a:bodyPr vert="horz" wrap="square" lIns="45720" tIns="45720" rIns="45720" bIns="45720" numCol="1" spcCol="215900" anchor="t">
            <a:prstTxWarp prst="textNoShape">
              <a:avLst/>
            </a:prstTxWarp>
            <a:normAutofit/>
          </a:bodyPr>
          <a:lstStyle/>
          <a:p>
            <a:pPr marL="0" indent="0">
              <a:buNone/>
              <a:defRPr sz="1600" cap="none"/>
            </a:pPr>
          </a:p>
        </p:txBody>
      </p:sp>
      <p:sp>
        <p:nvSpPr>
          <p:cNvPr id="5" name="Slide Number"/>
          <p:cNvSpPr>
            <a:spLocks noGrp="1" noChangeArrowheads="1"/>
          </p:cNvSpPr>
          <p:nvPr>
            <p:ph type="sldNum" sz="quarter" idx="12"/>
          </p:nvPr>
        </p:nvSpPr>
        <p:spPr/>
        <p:txBody>
          <a:bodyPr vert="horz" wrap="none" lIns="45720" tIns="45720" rIns="45720" bIns="45720" numCol="1" spcCol="215900" anchor="ctr">
            <a:prstTxWarp prst="textNoShape">
              <a:avLst/>
            </a:prstTxWarp>
            <a:spAutoFit/>
          </a:bodyPr>
          <a:lstStyle/>
          <a:p>
            <a:pPr/>
            <a:fld id="{0B96FEB7-F9E6-C308-A82E-0F5DB0605E5A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>
            <a:spLocks noGrp="1" noChangeArrowheads="1"/>
          </p:cNvSpPr>
          <p:nvPr>
            <p:ph type="title"/>
          </p:nvPr>
        </p:nvSpPr>
        <p:spPr>
          <a:xfrm>
            <a:off x="839470" y="457200"/>
            <a:ext cx="3932555" cy="1600200"/>
          </a:xfrm>
        </p:spPr>
        <p:txBody>
          <a:bodyPr vert="horz" wrap="square" lIns="45720" tIns="45720" rIns="45720" bIns="45720" numCol="1" spcCol="215900" anchor="b">
            <a:prstTxWarp prst="textNoShape">
              <a:avLst/>
            </a:prstTxWarp>
          </a:bodyPr>
          <a:lstStyle>
            <a:lvl1pPr>
              <a:defRPr sz="3200" cap="none"/>
            </a:lvl1pPr>
          </a:lstStyle>
          <a:p>
            <a:pPr/>
            <a:r>
              <a:t>Title Text</a:t>
            </a:r>
          </a:p>
        </p:txBody>
      </p:sp>
      <p:sp>
        <p:nvSpPr>
          <p:cNvPr id="3" name="Picture Placeholder 2"/>
          <p:cNvSpPr>
            <a:spLocks noGrp="1" noChangeArrowheads="1"/>
          </p:cNvSpPr>
          <p:nvPr>
            <p:ph type="pic" sz="half" idx="21"/>
          </p:nvPr>
        </p:nvSpPr>
        <p:spPr>
          <a:xfrm>
            <a:off x="5182870" y="987425"/>
            <a:ext cx="6172835" cy="487362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/>
          </a:p>
        </p:txBody>
      </p:sp>
      <p:sp>
        <p:nvSpPr>
          <p:cNvPr id="4" name="Body Level One…"/>
          <p:cNvSpPr>
            <a:spLocks noGrp="1" noChangeArrowheads="1"/>
          </p:cNvSpPr>
          <p:nvPr>
            <p:ph idx="1"/>
          </p:nvPr>
        </p:nvSpPr>
        <p:spPr>
          <a:xfrm>
            <a:off x="839470" y="2057400"/>
            <a:ext cx="3932555" cy="3811905"/>
          </a:xfrm>
        </p:spPr>
        <p:txBody>
          <a:bodyPr vert="horz" wrap="square" lIns="45720" tIns="45720" rIns="45720" bIns="45720" numCol="1" spcCol="215900" anchor="t">
            <a:prstTxWarp prst="textNoShape">
              <a:avLst/>
            </a:prstTxWarp>
            <a:normAutofit/>
          </a:bodyPr>
          <a:lstStyle>
            <a:lvl1pPr marL="0" indent="0">
              <a:buNone/>
              <a:defRPr sz="1600" cap="none"/>
            </a:lvl1pPr>
            <a:lvl2pPr marL="0" indent="457200">
              <a:buNone/>
              <a:defRPr sz="1600" cap="none"/>
            </a:lvl2pPr>
            <a:lvl3pPr marL="0" indent="914400">
              <a:buNone/>
              <a:defRPr sz="1600" cap="none"/>
            </a:lvl3pPr>
            <a:lvl4pPr marL="0" indent="1371600">
              <a:buNone/>
              <a:defRPr sz="1600" cap="none"/>
            </a:lvl4pPr>
            <a:lvl5pPr marL="0" indent="1828800">
              <a:buNone/>
              <a:defRPr sz="1600" cap="none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>
            <a:spLocks noGrp="1" noChangeArrowheads="1"/>
          </p:cNvSpPr>
          <p:nvPr>
            <p:ph type="sldNum" sz="quarter" idx="12"/>
          </p:nvPr>
        </p:nvSpPr>
        <p:spPr/>
        <p:txBody>
          <a:bodyPr vert="horz" wrap="none" lIns="45720" tIns="45720" rIns="45720" bIns="45720" numCol="1" spcCol="215900" anchor="ctr">
            <a:prstTxWarp prst="textNoShape">
              <a:avLst/>
            </a:prstTxWarp>
            <a:spAutoFit/>
          </a:bodyPr>
          <a:lstStyle/>
          <a:p>
            <a:pPr/>
            <a:fld id="{27320858-16CA-67FE-848A-E0AB46C472B5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 type="tx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7" descr="Graphic 7"/>
          <p:cNvPicPr>
            <a:picLocks noChangeAspect="1"/>
          </p:cNvPicPr>
          <p:nvPr/>
        </p:nvPicPr>
        <p:blipFill>
          <a:blip r:embed="rId2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10931525" y="67945"/>
            <a:ext cx="1121410" cy="1127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itle Text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264285"/>
          </a:xfr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>
            <a:spLocks noGrp="1" noChangeArrowheads="1"/>
          </p:cNvSpPr>
          <p:nvPr>
            <p:ph idx="1"/>
          </p:nvPr>
        </p:nvSpPr>
        <p:spPr>
          <a:xfrm>
            <a:off x="838200" y="1483360"/>
            <a:ext cx="10515600" cy="4867910"/>
          </a:xfrm>
        </p:spPr>
        <p:txBody>
          <a:bodyPr vert="horz" wrap="square" lIns="46990" tIns="46990" rIns="46990" bIns="46990" numCol="1" spcCol="215900" anchor="t">
            <a:prstTxWarp prst="textNoShape">
              <a:avLst/>
            </a:prstTxWarp>
            <a:normAutofit/>
          </a:bodyPr>
          <a:lstStyle>
            <a:lvl1pPr marL="0" indent="0">
              <a:lnSpc>
                <a:spcPct val="100000"/>
              </a:lnSpc>
              <a:buNone/>
              <a:defRPr sz="2400" cap="none"/>
            </a:lvl1pPr>
            <a:lvl2pPr marL="731520" indent="-274320">
              <a:lnSpc>
                <a:spcPct val="100000"/>
              </a:lnSpc>
              <a:buFontTx/>
              <a:defRPr sz="2400" cap="none"/>
            </a:lvl2pPr>
            <a:lvl3pPr marL="1219200" indent="-304800">
              <a:lnSpc>
                <a:spcPct val="100000"/>
              </a:lnSpc>
              <a:buFontTx/>
              <a:defRPr sz="2400" cap="none"/>
            </a:lvl3pPr>
            <a:lvl4pPr marL="1676400" indent="-304800">
              <a:lnSpc>
                <a:spcPct val="100000"/>
              </a:lnSpc>
              <a:buFontTx/>
              <a:defRPr sz="2400" cap="none"/>
            </a:lvl4pPr>
            <a:lvl5pPr marL="2133600" indent="-304800">
              <a:lnSpc>
                <a:spcPct val="100000"/>
              </a:lnSpc>
              <a:buFontTx/>
              <a:defRPr sz="2400" cap="none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5" name="Graphic 3" descr="Graphic 3"/>
          <p:cNvPicPr>
            <a:picLocks noChangeAspect="1"/>
          </p:cNvPicPr>
          <p:nvPr/>
        </p:nvPicPr>
        <p:blipFill>
          <a:blip r:embed="rId2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10931525" y="67945"/>
            <a:ext cx="1121410" cy="1127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Slide Number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892800" y="6172200"/>
            <a:ext cx="2844800" cy="368300"/>
          </a:xfrm>
        </p:spPr>
        <p:txBody>
          <a:bodyPr vert="horz" wrap="none" lIns="45720" tIns="45720" rIns="45720" bIns="45720" numCol="1" spcCol="215900" anchor="ctr">
            <a:prstTxWarp prst="textNoShape">
              <a:avLst/>
            </a:prstTxWarp>
            <a:spAutoFit/>
          </a:bodyPr>
          <a:lstStyle/>
          <a:p>
            <a:pPr/>
            <a:fld id="{1843D0AE-E0F5-1626-BBFB-16739EB54D43}" type="slidenum">
              <a:t/>
            </a:fld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7" descr="Graphic 7"/>
          <p:cNvPicPr>
            <a:picLocks noChangeAspect="1"/>
          </p:cNvPicPr>
          <p:nvPr/>
        </p:nvPicPr>
        <p:blipFill>
          <a:blip r:embed="rId2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10931525" y="67945"/>
            <a:ext cx="1121410" cy="112776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" name="Picture1" descr="Graphic 7"/>
          <p:cNvPicPr>
            <a:picLocks noChangeAspect="1"/>
          </p:cNvPicPr>
          <p:nvPr/>
        </p:nvPicPr>
        <p:blipFill>
          <a:blip r:embed="rId2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10931525" y="68580"/>
            <a:ext cx="1121410" cy="112712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itle Text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263650"/>
          </a:xfr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" name="Body Level One…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5180965" cy="4351020"/>
          </a:xfrm>
        </p:spPr>
        <p:txBody>
          <a:bodyPr vert="horz" wrap="square" lIns="45720" tIns="45720" rIns="45720" bIns="45720" numCol="1" spcCol="215900" anchor="t">
            <a:prstTxWarp prst="textNoShape">
              <a:avLst/>
            </a:prstTxWarp>
            <a:normAutofit/>
          </a:bodyPr>
          <a:lstStyle>
            <a:lvl1pPr marL="0" indent="228600">
              <a:spcBef>
                <a:spcPts val="700"/>
              </a:spcBef>
              <a:buNone/>
            </a:lvl1pPr>
            <a:lvl2pPr>
              <a:spcBef>
                <a:spcPts val="700"/>
              </a:spcBef>
              <a:buFontTx/>
            </a:lvl2pPr>
            <a:lvl3pPr>
              <a:spcBef>
                <a:spcPts val="700"/>
              </a:spcBef>
              <a:buFontTx/>
            </a:lvl3pPr>
            <a:lvl4pPr>
              <a:spcBef>
                <a:spcPts val="700"/>
              </a:spcBef>
              <a:buFontTx/>
            </a:lvl4pPr>
            <a:lvl5pPr>
              <a:spcBef>
                <a:spcPts val="700"/>
              </a:spcBef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PlaceHolder 3"/>
          <p:cNvSpPr>
            <a:spLocks noGrp="1" noChangeArrowheads="1"/>
          </p:cNvSpPr>
          <p:nvPr>
            <p:ph idx="21"/>
          </p:nvPr>
        </p:nvSpPr>
        <p:spPr>
          <a:xfrm>
            <a:off x="6172200" y="1825625"/>
            <a:ext cx="5180965" cy="4351020"/>
          </a:xfrm>
        </p:spPr>
        <p:txBody>
          <a:bodyPr vert="horz" wrap="square" lIns="45720" tIns="45720" rIns="45720" bIns="45720" numCol="1" spcCol="215900" anchor="t">
            <a:prstTxWarp prst="textNoShape">
              <a:avLst/>
            </a:prstTxWarp>
            <a:normAutofit/>
          </a:bodyPr>
          <a:lstStyle/>
          <a:p>
            <a:pPr marL="0" indent="228600">
              <a:spcBef>
                <a:spcPts val="700"/>
              </a:spcBef>
              <a:buNone/>
            </a:pPr>
          </a:p>
        </p:txBody>
      </p:sp>
      <p:pic>
        <p:nvPicPr>
          <p:cNvPr id="7" name="Picture2" descr="Graphic 7"/>
          <p:cNvPicPr>
            <a:picLocks noChangeAspect="1"/>
          </p:cNvPicPr>
          <p:nvPr/>
        </p:nvPicPr>
        <p:blipFill>
          <a:blip r:embed="rId2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10931525" y="68580"/>
            <a:ext cx="1121410" cy="112712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" name="Slide Number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073130" y="6400165"/>
            <a:ext cx="280035" cy="277495"/>
          </a:xfrm>
        </p:spPr>
        <p:txBody>
          <a:bodyPr vert="horz" wrap="none" lIns="45720" tIns="45720" rIns="45720" bIns="45720" numCol="1" spcCol="215900" anchor="ctr">
            <a:prstTxWarp prst="textNoShape">
              <a:avLst/>
            </a:prstTxWarp>
            <a:spAutoFit/>
          </a:bodyPr>
          <a:lstStyle/>
          <a:p>
            <a:pPr/>
            <a:fld id="{4E55BDD5-9BA3-004B-EDED-6D1EF3A31B38}" type="slidenum">
              <a:t/>
            </a:fld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7" descr="Graphic 7"/>
          <p:cNvPicPr>
            <a:picLocks noChangeAspect="1"/>
          </p:cNvPicPr>
          <p:nvPr/>
        </p:nvPicPr>
        <p:blipFill>
          <a:blip r:embed="rId1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10931525" y="67945"/>
            <a:ext cx="1121410" cy="1127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itle Text"/>
          <p:cNvSpPr>
            <a:spLocks noGrp="1" noChangeArrowheads="1"/>
          </p:cNvSpPr>
          <p:nvPr>
            <p:ph type="title"/>
          </p:nvPr>
        </p:nvSpPr>
        <p:spPr>
          <a:xfrm>
            <a:off x="609600" y="274320"/>
            <a:ext cx="10972800" cy="1143635"/>
          </a:xfrm>
          <a:prstGeom prst="rect">
            <a:avLst/>
          </a:prstGeom>
          <a:solidFill>
            <a:srgbClr val="E6752A"/>
          </a:solidFill>
          <a:ln>
            <a:noFill/>
          </a:ln>
          <a:effectLst/>
        </p:spPr>
        <p:txBody>
          <a:bodyPr vert="horz" wrap="square" lIns="45720" tIns="45720" rIns="45720" bIns="45720" numCol="1" spcCol="215900" anchor="ctr">
            <a:prstTxWarp prst="textNoShape">
              <a:avLst/>
            </a:prstTxWarp>
            <a:normAutofit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5720" tIns="45720" rIns="45720" bIns="45720" numCol="1" spcCol="215900" anchor="t">
            <a:prstTxWarp prst="textNoShape">
              <a:avLst/>
            </a:prstTxWarp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1073130" y="6400165"/>
            <a:ext cx="280670" cy="2774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45720" tIns="45720" rIns="45720" bIns="45720" numCol="1" spcCol="215900" anchor="ctr">
            <a:prstTxWarp prst="textNoShape">
              <a:avLst/>
            </a:prstTxWarp>
            <a:spAutoFit/>
          </a:bodyPr>
          <a:lstStyle>
            <a:lvl1pPr algn="r">
              <a:defRPr sz="1200" cap="none">
                <a:solidFill>
                  <a:srgbClr val="888888"/>
                </a:solidFill>
                <a:latin typeface="Futura" pitchFamily="0" charset="0"/>
                <a:ea typeface="Futura" pitchFamily="0" charset="0"/>
                <a:cs typeface="Futura" pitchFamily="0" charset="0"/>
              </a:defRPr>
            </a:lvl1pPr>
          </a:lstStyle>
          <a:p>
            <a:pPr/>
            <a:fld id="{1D2C408A-C4F0-79B6-BE94-32E30EDA4867}" type="slidenum">
              <a:t/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lvl1pPr marL="0" marR="0" indent="0" algn="ctr" defTabSz="914400">
        <a:lnSpc>
          <a:spcPct val="9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rgbClr val="FFFFFF"/>
          </a:solidFill>
          <a:effectLst/>
          <a:txBgFill val="auto"/>
          <a:latin typeface="Lato Bold" pitchFamily="1" charset="0"/>
          <a:ea typeface="Lato Bold" pitchFamily="1" charset="0"/>
          <a:cs typeface="Lato Bold" pitchFamily="1" charset="0"/>
        </a:defRPr>
      </a:lvl1pPr>
      <a:lvl2pPr marL="0" marR="0" indent="0" algn="ctr" defTabSz="914400">
        <a:lnSpc>
          <a:spcPct val="9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rgbClr val="FFFFFF"/>
          </a:solidFill>
          <a:effectLst/>
          <a:txBgFill val="auto"/>
          <a:latin typeface="Lato Bold" pitchFamily="1" charset="0"/>
          <a:ea typeface="Lato Bold" pitchFamily="1" charset="0"/>
          <a:cs typeface="Lato Bold" pitchFamily="1" charset="0"/>
        </a:defRPr>
      </a:lvl2pPr>
      <a:lvl3pPr marL="0" marR="0" indent="0" algn="ctr" defTabSz="914400">
        <a:lnSpc>
          <a:spcPct val="9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rgbClr val="FFFFFF"/>
          </a:solidFill>
          <a:effectLst/>
          <a:txBgFill val="auto"/>
          <a:latin typeface="Lato Bold" pitchFamily="1" charset="0"/>
          <a:ea typeface="Lato Bold" pitchFamily="1" charset="0"/>
          <a:cs typeface="Lato Bold" pitchFamily="1" charset="0"/>
        </a:defRPr>
      </a:lvl3pPr>
      <a:lvl4pPr marL="0" marR="0" indent="0" algn="ctr" defTabSz="914400">
        <a:lnSpc>
          <a:spcPct val="9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rgbClr val="FFFFFF"/>
          </a:solidFill>
          <a:effectLst/>
          <a:txBgFill val="auto"/>
          <a:latin typeface="Lato Bold" pitchFamily="1" charset="0"/>
          <a:ea typeface="Lato Bold" pitchFamily="1" charset="0"/>
          <a:cs typeface="Lato Bold" pitchFamily="1" charset="0"/>
        </a:defRPr>
      </a:lvl4pPr>
      <a:lvl5pPr marL="0" marR="0" indent="0" algn="ctr" defTabSz="914400">
        <a:lnSpc>
          <a:spcPct val="9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rgbClr val="FFFFFF"/>
          </a:solidFill>
          <a:effectLst/>
          <a:txBgFill val="auto"/>
          <a:latin typeface="Lato Bold" pitchFamily="1" charset="0"/>
          <a:ea typeface="Lato Bold" pitchFamily="1" charset="0"/>
          <a:cs typeface="Lato Bold" pitchFamily="1" charset="0"/>
        </a:defRPr>
      </a:lvl5pPr>
      <a:lvl6pPr marL="0" marR="0" indent="0" algn="ctr" defTabSz="914400">
        <a:lnSpc>
          <a:spcPct val="9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rgbClr val="FFFFFF"/>
          </a:solidFill>
          <a:effectLst/>
          <a:txBgFill val="auto"/>
          <a:latin typeface="Lato Bold" pitchFamily="1" charset="0"/>
          <a:ea typeface="Lato Bold" pitchFamily="1" charset="0"/>
          <a:cs typeface="Lato Bold" pitchFamily="1" charset="0"/>
        </a:defRPr>
      </a:lvl6pPr>
      <a:lvl7pPr marL="0" marR="0" indent="0" algn="ctr" defTabSz="914400">
        <a:lnSpc>
          <a:spcPct val="9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rgbClr val="FFFFFF"/>
          </a:solidFill>
          <a:effectLst/>
          <a:txBgFill val="auto"/>
          <a:latin typeface="Lato Bold" pitchFamily="1" charset="0"/>
          <a:ea typeface="Lato Bold" pitchFamily="1" charset="0"/>
          <a:cs typeface="Lato Bold" pitchFamily="1" charset="0"/>
        </a:defRPr>
      </a:lvl7pPr>
      <a:lvl8pPr marL="0" marR="0" indent="0" algn="ctr" defTabSz="914400">
        <a:lnSpc>
          <a:spcPct val="9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rgbClr val="FFFFFF"/>
          </a:solidFill>
          <a:effectLst/>
          <a:txBgFill val="auto"/>
          <a:latin typeface="Lato Bold" pitchFamily="1" charset="0"/>
          <a:ea typeface="Lato Bold" pitchFamily="1" charset="0"/>
          <a:cs typeface="Lato Bold" pitchFamily="1" charset="0"/>
        </a:defRPr>
      </a:lvl8pPr>
      <a:lvl9pPr marL="0" marR="0" indent="0" algn="ctr" defTabSz="914400">
        <a:lnSpc>
          <a:spcPct val="9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rgbClr val="FFFFFF"/>
          </a:solidFill>
          <a:effectLst/>
          <a:txBgFill val="auto"/>
          <a:latin typeface="Lato Bold" pitchFamily="1" charset="0"/>
          <a:ea typeface="Lato Bold" pitchFamily="1" charset="0"/>
          <a:cs typeface="Lato Bold" pitchFamily="1" charset="0"/>
        </a:defRPr>
      </a:lvl9pPr>
    </p:titleStyle>
    <p:bodyStyle>
      <a:lvl1pPr marL="228600" marR="0" indent="-228600" algn="l" defTabSz="914400">
        <a:lnSpc>
          <a:spcPct val="90000"/>
        </a:lnSpc>
        <a:spcBef>
          <a:spcPts val="800"/>
        </a:spcBef>
        <a:spcAft>
          <a:spcPts val="0"/>
        </a:spcAft>
        <a:buClrTx/>
        <a:buSzTx/>
        <a:buFont typeface="Arial" pitchFamily="1" charset="0"/>
        <a:buChar char="•"/>
        <a:tabLst/>
        <a:defRPr sz="2800" b="0" i="0" u="none" strike="noStrike" kern="1" cap="none" spc="0" baseline="0">
          <a:solidFill>
            <a:srgbClr val="000000"/>
          </a:solidFill>
          <a:effectLst/>
          <a:txBgFill val="auto"/>
          <a:latin typeface="Lato Bold" pitchFamily="1" charset="0"/>
          <a:ea typeface="Lato Bold" pitchFamily="1" charset="0"/>
          <a:cs typeface="Lato Bold" pitchFamily="1" charset="0"/>
        </a:defRPr>
      </a:lvl1pPr>
      <a:lvl2pPr marL="723900" marR="0" indent="-266700" algn="l" defTabSz="914400">
        <a:lnSpc>
          <a:spcPct val="90000"/>
        </a:lnSpc>
        <a:spcBef>
          <a:spcPts val="800"/>
        </a:spcBef>
        <a:spcAft>
          <a:spcPts val="0"/>
        </a:spcAft>
        <a:buClrTx/>
        <a:buSzTx/>
        <a:buFont typeface="Arial" pitchFamily="1" charset="0"/>
        <a:buChar char="•"/>
        <a:tabLst/>
        <a:defRPr sz="2800" b="0" i="0" u="none" strike="noStrike" kern="1" cap="none" spc="0" baseline="0">
          <a:solidFill>
            <a:srgbClr val="000000"/>
          </a:solidFill>
          <a:effectLst/>
          <a:txBgFill val="auto"/>
          <a:latin typeface="Lato Bold" pitchFamily="1" charset="0"/>
          <a:ea typeface="Lato Bold" pitchFamily="1" charset="0"/>
          <a:cs typeface="Lato Bold" pitchFamily="1" charset="0"/>
        </a:defRPr>
      </a:lvl2pPr>
      <a:lvl3pPr marL="1234440" marR="0" indent="-320040" algn="l" defTabSz="914400">
        <a:lnSpc>
          <a:spcPct val="90000"/>
        </a:lnSpc>
        <a:spcBef>
          <a:spcPts val="800"/>
        </a:spcBef>
        <a:spcAft>
          <a:spcPts val="0"/>
        </a:spcAft>
        <a:buClrTx/>
        <a:buSzTx/>
        <a:buFont typeface="Arial" pitchFamily="1" charset="0"/>
        <a:buChar char="•"/>
        <a:tabLst/>
        <a:defRPr sz="2800" b="0" i="0" u="none" strike="noStrike" kern="1" cap="none" spc="0" baseline="0">
          <a:solidFill>
            <a:srgbClr val="000000"/>
          </a:solidFill>
          <a:effectLst/>
          <a:txBgFill val="auto"/>
          <a:latin typeface="Lato Bold" pitchFamily="1" charset="0"/>
          <a:ea typeface="Lato Bold" pitchFamily="1" charset="0"/>
          <a:cs typeface="Lato Bold" pitchFamily="1" charset="0"/>
        </a:defRPr>
      </a:lvl3pPr>
      <a:lvl4pPr marL="1727200" marR="0" indent="-355600" algn="l" defTabSz="914400">
        <a:lnSpc>
          <a:spcPct val="90000"/>
        </a:lnSpc>
        <a:spcBef>
          <a:spcPts val="800"/>
        </a:spcBef>
        <a:spcAft>
          <a:spcPts val="0"/>
        </a:spcAft>
        <a:buClrTx/>
        <a:buSzTx/>
        <a:buFont typeface="Arial" pitchFamily="1" charset="0"/>
        <a:buChar char="•"/>
        <a:tabLst/>
        <a:defRPr sz="2800" b="0" i="0" u="none" strike="noStrike" kern="1" cap="none" spc="0" baseline="0">
          <a:solidFill>
            <a:srgbClr val="000000"/>
          </a:solidFill>
          <a:effectLst/>
          <a:txBgFill val="auto"/>
          <a:latin typeface="Lato Bold" pitchFamily="1" charset="0"/>
          <a:ea typeface="Lato Bold" pitchFamily="1" charset="0"/>
          <a:cs typeface="Lato Bold" pitchFamily="1" charset="0"/>
        </a:defRPr>
      </a:lvl4pPr>
      <a:lvl5pPr marL="2184400" marR="0" indent="-355600" algn="l" defTabSz="914400">
        <a:lnSpc>
          <a:spcPct val="90000"/>
        </a:lnSpc>
        <a:spcBef>
          <a:spcPts val="800"/>
        </a:spcBef>
        <a:spcAft>
          <a:spcPts val="0"/>
        </a:spcAft>
        <a:buClrTx/>
        <a:buSzTx/>
        <a:buFont typeface="Arial" pitchFamily="1" charset="0"/>
        <a:buChar char="•"/>
        <a:tabLst/>
        <a:defRPr sz="2800" b="0" i="0" u="none" strike="noStrike" kern="1" cap="none" spc="0" baseline="0">
          <a:solidFill>
            <a:srgbClr val="000000"/>
          </a:solidFill>
          <a:effectLst/>
          <a:txBgFill val="auto"/>
          <a:latin typeface="Lato Bold" pitchFamily="1" charset="0"/>
          <a:ea typeface="Lato Bold" pitchFamily="1" charset="0"/>
          <a:cs typeface="Lato Bold" pitchFamily="1" charset="0"/>
        </a:defRPr>
      </a:lvl5pPr>
      <a:lvl6pPr marL="2641600" marR="0" indent="-355600" algn="l" defTabSz="914400">
        <a:lnSpc>
          <a:spcPct val="90000"/>
        </a:lnSpc>
        <a:spcBef>
          <a:spcPts val="800"/>
        </a:spcBef>
        <a:spcAft>
          <a:spcPts val="0"/>
        </a:spcAft>
        <a:buClrTx/>
        <a:buSzTx/>
        <a:buFont typeface="Arial" pitchFamily="1" charset="0"/>
        <a:buChar char="•"/>
        <a:tabLst/>
        <a:defRPr sz="2800" b="0" i="0" u="none" strike="noStrike" kern="1" cap="none" spc="0" baseline="0">
          <a:solidFill>
            <a:srgbClr val="000000"/>
          </a:solidFill>
          <a:effectLst/>
          <a:txBgFill val="auto"/>
          <a:latin typeface="Lato Bold" pitchFamily="1" charset="0"/>
          <a:ea typeface="Lato Bold" pitchFamily="1" charset="0"/>
          <a:cs typeface="Lato Bold" pitchFamily="1" charset="0"/>
        </a:defRPr>
      </a:lvl6pPr>
      <a:lvl7pPr marL="3098800" marR="0" indent="-355600" algn="l" defTabSz="914400">
        <a:lnSpc>
          <a:spcPct val="90000"/>
        </a:lnSpc>
        <a:spcBef>
          <a:spcPts val="800"/>
        </a:spcBef>
        <a:spcAft>
          <a:spcPts val="0"/>
        </a:spcAft>
        <a:buClrTx/>
        <a:buSzTx/>
        <a:buFont typeface="Arial" pitchFamily="1" charset="0"/>
        <a:buChar char="•"/>
        <a:tabLst/>
        <a:defRPr sz="2800" b="0" i="0" u="none" strike="noStrike" kern="1" cap="none" spc="0" baseline="0">
          <a:solidFill>
            <a:srgbClr val="000000"/>
          </a:solidFill>
          <a:effectLst/>
          <a:txBgFill val="auto"/>
          <a:latin typeface="Lato Bold" pitchFamily="1" charset="0"/>
          <a:ea typeface="Lato Bold" pitchFamily="1" charset="0"/>
          <a:cs typeface="Lato Bold" pitchFamily="1" charset="0"/>
        </a:defRPr>
      </a:lvl7pPr>
      <a:lvl8pPr marL="3556000" marR="0" indent="-355600" algn="l" defTabSz="914400">
        <a:lnSpc>
          <a:spcPct val="90000"/>
        </a:lnSpc>
        <a:spcBef>
          <a:spcPts val="800"/>
        </a:spcBef>
        <a:spcAft>
          <a:spcPts val="0"/>
        </a:spcAft>
        <a:buClrTx/>
        <a:buSzTx/>
        <a:buFont typeface="Arial" pitchFamily="1" charset="0"/>
        <a:buChar char="•"/>
        <a:tabLst/>
        <a:defRPr sz="2800" b="0" i="0" u="none" strike="noStrike" kern="1" cap="none" spc="0" baseline="0">
          <a:solidFill>
            <a:srgbClr val="000000"/>
          </a:solidFill>
          <a:effectLst/>
          <a:txBgFill val="auto"/>
          <a:latin typeface="Lato Bold" pitchFamily="1" charset="0"/>
          <a:ea typeface="Lato Bold" pitchFamily="1" charset="0"/>
          <a:cs typeface="Lato Bold" pitchFamily="1" charset="0"/>
        </a:defRPr>
      </a:lvl8pPr>
      <a:lvl9pPr marL="4013200" marR="0" indent="-355600" algn="l" defTabSz="914400">
        <a:lnSpc>
          <a:spcPct val="90000"/>
        </a:lnSpc>
        <a:spcBef>
          <a:spcPts val="800"/>
        </a:spcBef>
        <a:spcAft>
          <a:spcPts val="0"/>
        </a:spcAft>
        <a:buClrTx/>
        <a:buSzTx/>
        <a:buFont typeface="Arial" pitchFamily="1" charset="0"/>
        <a:buChar char="•"/>
        <a:tabLst/>
        <a:defRPr sz="2800" b="0" i="0" u="none" strike="noStrike" kern="1" cap="none" spc="0" baseline="0">
          <a:solidFill>
            <a:srgbClr val="000000"/>
          </a:solidFill>
          <a:effectLst/>
          <a:txBgFill val="auto"/>
          <a:latin typeface="Lato Bold" pitchFamily="1" charset="0"/>
          <a:ea typeface="Lato Bold" pitchFamily="1" charset="0"/>
          <a:cs typeface="Lato Bold" pitchFamily="1" charset="0"/>
        </a:defRPr>
      </a:lvl9pPr>
    </p:bodyStyle>
    <p:otherStyle>
      <a:lvl1pPr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200" b="0" i="0" u="none" strike="noStrike" kern="1" cap="none" spc="0" baseline="0">
          <a:solidFill>
            <a:schemeClr val="tx1"/>
          </a:solidFill>
          <a:effectLst/>
          <a:txBgFill val="auto"/>
          <a:latin typeface="Calibri" pitchFamily="1" charset="0"/>
          <a:ea typeface="Calibri" pitchFamily="1" charset="0"/>
          <a:cs typeface="Calibri" pitchFamily="1" charset="0"/>
        </a:defRPr>
      </a:lvl1pPr>
      <a:lvl2pPr marL="0" marR="0" indent="457200" algn="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200" b="0" i="0" u="none" strike="noStrike" kern="1" cap="none" spc="0" baseline="0">
          <a:solidFill>
            <a:schemeClr val="tx1"/>
          </a:solidFill>
          <a:effectLst/>
          <a:txBgFill val="auto"/>
          <a:latin typeface="Calibri" pitchFamily="1" charset="0"/>
          <a:ea typeface="Calibri" pitchFamily="1" charset="0"/>
          <a:cs typeface="Calibri" pitchFamily="1" charset="0"/>
        </a:defRPr>
      </a:lvl2pPr>
      <a:lvl3pPr marL="0" marR="0" indent="914400" algn="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200" b="0" i="0" u="none" strike="noStrike" kern="1" cap="none" spc="0" baseline="0">
          <a:solidFill>
            <a:schemeClr val="tx1"/>
          </a:solidFill>
          <a:effectLst/>
          <a:txBgFill val="auto"/>
          <a:latin typeface="Calibri" pitchFamily="1" charset="0"/>
          <a:ea typeface="Calibri" pitchFamily="1" charset="0"/>
          <a:cs typeface="Calibri" pitchFamily="1" charset="0"/>
        </a:defRPr>
      </a:lvl3pPr>
      <a:lvl4pPr marL="0" marR="0" indent="1371600" algn="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200" b="0" i="0" u="none" strike="noStrike" kern="1" cap="none" spc="0" baseline="0">
          <a:solidFill>
            <a:schemeClr val="tx1"/>
          </a:solidFill>
          <a:effectLst/>
          <a:txBgFill val="auto"/>
          <a:latin typeface="Calibri" pitchFamily="1" charset="0"/>
          <a:ea typeface="Calibri" pitchFamily="1" charset="0"/>
          <a:cs typeface="Calibri" pitchFamily="1" charset="0"/>
        </a:defRPr>
      </a:lvl4pPr>
      <a:lvl5pPr marL="0" marR="0" indent="1828800" algn="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200" b="0" i="0" u="none" strike="noStrike" kern="1" cap="none" spc="0" baseline="0">
          <a:solidFill>
            <a:schemeClr val="tx1"/>
          </a:solidFill>
          <a:effectLst/>
          <a:txBgFill val="auto"/>
          <a:latin typeface="Calibri" pitchFamily="1" charset="0"/>
          <a:ea typeface="Calibri" pitchFamily="1" charset="0"/>
          <a:cs typeface="Calibri" pitchFamily="1" charset="0"/>
        </a:defRPr>
      </a:lvl5pPr>
      <a:lvl6pPr marL="0" marR="0" indent="2286000" algn="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200" b="0" i="0" u="none" strike="noStrike" kern="1" cap="none" spc="0" baseline="0">
          <a:solidFill>
            <a:schemeClr val="tx1"/>
          </a:solidFill>
          <a:effectLst/>
          <a:txBgFill val="auto"/>
          <a:latin typeface="Calibri" pitchFamily="1" charset="0"/>
          <a:ea typeface="Calibri" pitchFamily="1" charset="0"/>
          <a:cs typeface="Calibri" pitchFamily="1" charset="0"/>
        </a:defRPr>
      </a:lvl6pPr>
      <a:lvl7pPr marL="0" marR="0" indent="2743200" algn="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200" b="0" i="0" u="none" strike="noStrike" kern="1" cap="none" spc="0" baseline="0">
          <a:solidFill>
            <a:schemeClr val="tx1"/>
          </a:solidFill>
          <a:effectLst/>
          <a:txBgFill val="auto"/>
          <a:latin typeface="Calibri" pitchFamily="1" charset="0"/>
          <a:ea typeface="Calibri" pitchFamily="1" charset="0"/>
          <a:cs typeface="Calibri" pitchFamily="1" charset="0"/>
        </a:defRPr>
      </a:lvl7pPr>
      <a:lvl8pPr marL="0" marR="0" indent="3200400" algn="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200" b="0" i="0" u="none" strike="noStrike" kern="1" cap="none" spc="0" baseline="0">
          <a:solidFill>
            <a:schemeClr val="tx1"/>
          </a:solidFill>
          <a:effectLst/>
          <a:txBgFill val="auto"/>
          <a:latin typeface="Calibri" pitchFamily="1" charset="0"/>
          <a:ea typeface="Calibri" pitchFamily="1" charset="0"/>
          <a:cs typeface="Calibri" pitchFamily="1" charset="0"/>
        </a:defRPr>
      </a:lvl8pPr>
      <a:lvl9pPr marL="0" marR="0" indent="3657600" algn="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200" b="0" i="0" u="none" strike="noStrike" kern="1" cap="none" spc="0" baseline="0">
          <a:solidFill>
            <a:schemeClr val="tx1"/>
          </a:solidFill>
          <a:effectLst/>
          <a:txBgFill val="auto"/>
          <a:latin typeface="Calibri" pitchFamily="1" charset="0"/>
          <a:ea typeface="Calibri" pitchFamily="1" charset="0"/>
          <a:cs typeface="Calibri" pitchFamily="1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6.svg"/><Relationship Id="rId5" Type="http://schemas.openxmlformats.org/officeDocument/2006/relationships/image" Target="../media/image17.png"/><Relationship Id="rId6" Type="http://schemas.openxmlformats.org/officeDocument/2006/relationships/image" Target="../media/image18.svg"/><Relationship Id="rId7" Type="http://schemas.openxmlformats.org/officeDocument/2006/relationships/image" Target="../media/image19.png"/><Relationship Id="rId8" Type="http://schemas.openxmlformats.org/officeDocument/2006/relationships/image" Target="../media/image20.svg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1" pmLocked="1"/>
          <p:cNvSpPr/>
          <p:nvPr/>
        </p:nvSpPr>
        <p:spPr>
          <a:xfrm>
            <a:off x="2362200" y="5020945"/>
            <a:ext cx="7696200" cy="95123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Original</a:t>
            </a:r>
          </a:p>
          <a:p>
            <a:pPr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model</a:t>
            </a:r>
          </a:p>
        </p:txBody>
      </p:sp>
      <p:sp>
        <p:nvSpPr>
          <p:cNvPr id="3" name="AutoShape1"/>
          <p:cNvSpPr/>
          <p:nvPr/>
        </p:nvSpPr>
        <p:spPr>
          <a:xfrm>
            <a:off x="4079875" y="5238750"/>
            <a:ext cx="1228725" cy="517525"/>
          </a:xfrm>
          <a:prstGeom prst="roundRect">
            <a:avLst>
              <a:gd name="adj" fmla="val 16662"/>
            </a:avLst>
          </a:prstGeom>
          <a:solidFill>
            <a:srgbClr val="BDDCA9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36195" tIns="36195" rIns="36195" bIns="36195" numCol="1" spcCol="215900" anchor="ctr"/>
          <a:lstStyle/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«Function»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MyFunc</a:t>
            </a:r>
          </a:p>
        </p:txBody>
      </p:sp>
      <p:sp>
        <p:nvSpPr>
          <p:cNvPr id="4" name="AutoShape2"/>
          <p:cNvSpPr/>
          <p:nvPr/>
        </p:nvSpPr>
        <p:spPr>
          <a:xfrm>
            <a:off x="5518150" y="5238750"/>
            <a:ext cx="1628775" cy="517525"/>
          </a:xfrm>
          <a:prstGeom prst="roundRect">
            <a:avLst>
              <a:gd name="adj" fmla="val 16662"/>
            </a:avLst>
          </a:prstGeom>
          <a:solidFill>
            <a:srgbClr val="BDDCA9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36195" tIns="36195" rIns="36195" bIns="36195" numCol="1" spcCol="215900" anchor="ctr"/>
          <a:lstStyle/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«Overrides»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→ </a:t>
            </a:r>
            <a:r>
              <a:t>otherFunc</a:t>
            </a:r>
          </a:p>
        </p:txBody>
      </p:sp>
      <p:sp>
        <p:nvSpPr>
          <p:cNvPr id="5" name="Rectangle2"/>
          <p:cNvSpPr/>
          <p:nvPr/>
        </p:nvSpPr>
        <p:spPr>
          <a:xfrm>
            <a:off x="2362200" y="3930650"/>
            <a:ext cx="7696200" cy="9505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>
            <a:normAutofit/>
          </a:bodyPr>
          <a:lstStyle/>
          <a:p>
            <a:pPr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Derived</a:t>
            </a:r>
          </a:p>
          <a:p>
            <a:pPr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validations</a:t>
            </a:r>
          </a:p>
        </p:txBody>
      </p:sp>
      <p:sp>
        <p:nvSpPr>
          <p:cNvPr id="6" name="AutoShape3"/>
          <p:cNvSpPr/>
          <p:nvPr/>
        </p:nvSpPr>
        <p:spPr>
          <a:xfrm>
            <a:off x="4079875" y="3995420"/>
            <a:ext cx="3454400" cy="822325"/>
          </a:xfrm>
          <a:prstGeom prst="roundRect">
            <a:avLst>
              <a:gd name="adj" fmla="val 16662"/>
            </a:avLst>
          </a:prstGeom>
          <a:solidFill>
            <a:srgbClr val="BDDCA9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36195" tIns="36195" rIns="36195" bIns="36195" numCol="1" spcCol="215900" anchor="ctr"/>
          <a:lstStyle/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«Finding»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Warning</a:t>
            </a:r>
            <a:br/>
            <a:r>
              <a:t>“Name should start lower-case”</a:t>
            </a:r>
          </a:p>
        </p:txBody>
      </p:sp>
      <p:sp>
        <p:nvSpPr>
          <p:cNvPr id="7" name="Rectangle3"/>
          <p:cNvSpPr/>
          <p:nvPr/>
        </p:nvSpPr>
        <p:spPr>
          <a:xfrm>
            <a:off x="2369820" y="2863850"/>
            <a:ext cx="7696200" cy="9505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Derived</a:t>
            </a:r>
          </a:p>
          <a:p>
            <a:pPr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types</a:t>
            </a:r>
          </a:p>
        </p:txBody>
      </p:sp>
      <p:sp>
        <p:nvSpPr>
          <p:cNvPr id="8" name="AutoShape4"/>
          <p:cNvSpPr/>
          <p:nvPr/>
        </p:nvSpPr>
        <p:spPr>
          <a:xfrm>
            <a:off x="4079875" y="3081020"/>
            <a:ext cx="1804035" cy="517525"/>
          </a:xfrm>
          <a:prstGeom prst="roundRect">
            <a:avLst>
              <a:gd name="adj" fmla="val 16662"/>
            </a:avLst>
          </a:prstGeom>
          <a:solidFill>
            <a:srgbClr val="BDDCA9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36195" tIns="36195" rIns="36195" bIns="36195" numCol="1" spcCol="215900" anchor="ctr"/>
          <a:lstStyle/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«</a:t>
            </a:r>
            <a:r>
              <a:t>PrimitiveType»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String</a:t>
            </a:r>
          </a:p>
        </p:txBody>
      </p:sp>
      <p:sp>
        <p:nvSpPr>
          <p:cNvPr id="9" name="Rectangle4"/>
          <p:cNvSpPr/>
          <p:nvPr/>
        </p:nvSpPr>
        <p:spPr>
          <a:xfrm>
            <a:off x="2362200" y="1839595"/>
            <a:ext cx="7696200" cy="95123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>
            <a:normAutofit/>
          </a:bodyPr>
          <a:lstStyle/>
          <a:p>
            <a:pPr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Derived</a:t>
            </a:r>
          </a:p>
          <a:p>
            <a:pPr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scopes</a:t>
            </a:r>
          </a:p>
        </p:txBody>
      </p:sp>
      <p:sp>
        <p:nvSpPr>
          <p:cNvPr id="10" name="AutoShape5"/>
          <p:cNvSpPr/>
          <p:nvPr/>
        </p:nvSpPr>
        <p:spPr>
          <a:xfrm>
            <a:off x="5453380" y="2045970"/>
            <a:ext cx="1506220" cy="517525"/>
          </a:xfrm>
          <a:prstGeom prst="roundRect">
            <a:avLst>
              <a:gd name="adj" fmla="val 16662"/>
            </a:avLst>
          </a:prstGeom>
          <a:solidFill>
            <a:srgbClr val="BDDCA9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36195" tIns="36195" rIns="36195" bIns="36195" numCol="1" spcCol="215900" anchor="ctr">
            <a:normAutofit/>
          </a:bodyPr>
          <a:lstStyle/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«</a:t>
            </a:r>
            <a:r>
              <a:t>LocalScope»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→ </a:t>
            </a:r>
            <a:r>
              <a:t>funcA</a:t>
            </a:r>
          </a:p>
        </p:txBody>
      </p:sp>
      <p:sp>
        <p:nvSpPr>
          <p:cNvPr id="11" name="AutoShape6"/>
          <p:cNvSpPr/>
          <p:nvPr/>
        </p:nvSpPr>
        <p:spPr>
          <a:xfrm>
            <a:off x="7086600" y="2057400"/>
            <a:ext cx="1704975" cy="517525"/>
          </a:xfrm>
          <a:prstGeom prst="roundRect">
            <a:avLst>
              <a:gd name="adj" fmla="val 16662"/>
            </a:avLst>
          </a:prstGeom>
          <a:solidFill>
            <a:srgbClr val="BDDCA9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36195" tIns="36195" rIns="36195" bIns="36195" numCol="1" spcCol="215900" anchor="ctr">
            <a:normAutofit/>
          </a:bodyPr>
          <a:lstStyle/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«</a:t>
            </a:r>
            <a:r>
              <a:t>GlobalScope»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→ main</a:t>
            </a:r>
          </a:p>
        </p:txBody>
      </p:sp>
      <p:sp>
        <p:nvSpPr>
          <p:cNvPr id="12" name="Rectangle5"/>
          <p:cNvSpPr/>
          <p:nvPr/>
        </p:nvSpPr>
        <p:spPr>
          <a:xfrm>
            <a:off x="2362200" y="795020"/>
            <a:ext cx="7696200" cy="95123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>
            <a:normAutofit/>
          </a:bodyPr>
          <a:lstStyle/>
          <a:p>
            <a:pPr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Derived</a:t>
            </a:r>
          </a:p>
          <a:p>
            <a:pPr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interpretations</a:t>
            </a:r>
          </a:p>
        </p:txBody>
      </p:sp>
      <p:sp>
        <p:nvSpPr>
          <p:cNvPr id="13" name="AutoShape7"/>
          <p:cNvSpPr/>
          <p:nvPr/>
        </p:nvSpPr>
        <p:spPr>
          <a:xfrm>
            <a:off x="4079875" y="831850"/>
            <a:ext cx="1515745" cy="876300"/>
          </a:xfrm>
          <a:prstGeom prst="roundRect">
            <a:avLst>
              <a:gd name="adj" fmla="val 16662"/>
            </a:avLst>
          </a:prstGeom>
          <a:solidFill>
            <a:srgbClr val="BDDCA9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36195" tIns="36195" rIns="36195" bIns="36195" numCol="1" spcCol="215900" anchor="ctr"/>
          <a:lstStyle/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«</a:t>
            </a:r>
            <a:r>
              <a:t>StringValue»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CallFromX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“Hello”</a:t>
            </a:r>
          </a:p>
        </p:txBody>
      </p:sp>
      <p:sp>
        <p:nvSpPr>
          <p:cNvPr id="14" name="AutoShape8"/>
          <p:cNvSpPr/>
          <p:nvPr/>
        </p:nvSpPr>
        <p:spPr>
          <a:xfrm>
            <a:off x="5718175" y="831850"/>
            <a:ext cx="1515745" cy="876300"/>
          </a:xfrm>
          <a:prstGeom prst="roundRect">
            <a:avLst>
              <a:gd name="adj" fmla="val 16662"/>
            </a:avLst>
          </a:prstGeom>
          <a:solidFill>
            <a:srgbClr val="BDDCA9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36195" tIns="36195" rIns="36195" bIns="36195" numCol="1" spcCol="215900" anchor="ctr">
            <a:normAutofit/>
          </a:bodyPr>
          <a:lstStyle/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«</a:t>
            </a:r>
            <a:r>
              <a:t>StringValue»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CallFromY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“Bye”</a:t>
            </a:r>
          </a:p>
        </p:txBody>
      </p:sp>
      <p:pic>
        <p:nvPicPr>
          <p:cNvPr id="15" name="Picture2"/>
          <p:cNvPicPr/>
          <p:nvPr/>
        </p:nvPicPr>
        <p:blipFill>
          <a:blip r:embed="rId3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9418320" y="1839595"/>
            <a:ext cx="307975" cy="30988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6" name="Picture3"/>
          <p:cNvPicPr/>
          <p:nvPr/>
        </p:nvPicPr>
        <p:blipFill>
          <a:blip r:embed="rId4">
            <a:colorize val="10" sat="100" blend="0">
              <a:clrTo>
                <a:srgbClr val="7F7F7F"/>
              </a:clrTo>
            </a:colorize>
          </a:blip>
          <a:srcRect l="0" t="0" r="0" b="52020"/>
          <a:stretch>
            <a:fillRect/>
          </a:stretch>
        </p:blipFill>
        <p:spPr>
          <a:xfrm>
            <a:off x="9262745" y="2892425"/>
            <a:ext cx="471170" cy="28257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7" name="Grafik1"/>
          <p:cNvPicPr/>
          <p:nvPr/>
        </p:nvPicPr>
        <p:blipFill>
          <a:blip r:embed="rId5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8299450" y="819150"/>
            <a:ext cx="1426845" cy="285750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18" name="Verbindung1"/>
          <p:cNvCxnSpPr>
            <a:stCxn id="13" idx="2"/>
            <a:endCxn id="3" idx="0"/>
          </p:cNvCxnSpPr>
          <p:nvPr/>
        </p:nvCxnSpPr>
        <p:spPr>
          <a:xfrm rot="5400000">
            <a:off x="3001010" y="3401695"/>
            <a:ext cx="3530600" cy="143510"/>
          </a:xfrm>
          <a:prstGeom prst="straightConnector1">
            <a:avLst/>
          </a:prstGeom>
          <a:noFill/>
          <a:ln w="38100" cap="flat" cmpd="sng" algn="ctr">
            <a:solidFill>
              <a:srgbClr val="ED7D31"/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19" name="Verbindung2"/>
          <p:cNvCxnSpPr>
            <a:stCxn id="14" idx="2"/>
            <a:endCxn id="3" idx="0"/>
          </p:cNvCxnSpPr>
          <p:nvPr/>
        </p:nvCxnSpPr>
        <p:spPr>
          <a:xfrm rot="5400000">
            <a:off x="3820160" y="2582545"/>
            <a:ext cx="3530600" cy="1781810"/>
          </a:xfrm>
          <a:prstGeom prst="straightConnector1">
            <a:avLst/>
          </a:prstGeom>
          <a:noFill/>
          <a:ln w="38100" cap="flat" cmpd="sng" algn="ctr">
            <a:solidFill>
              <a:srgbClr val="ED7D31"/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20" name="Verbindung3"/>
          <p:cNvCxnSpPr>
            <a:stCxn id="10" idx="2"/>
            <a:endCxn id="4" idx="0"/>
          </p:cNvCxnSpPr>
          <p:nvPr/>
        </p:nvCxnSpPr>
        <p:spPr>
          <a:xfrm rot="16200000" flipH="1">
            <a:off x="4932045" y="3837940"/>
            <a:ext cx="2675255" cy="126365"/>
          </a:xfrm>
          <a:prstGeom prst="straightConnector1">
            <a:avLst/>
          </a:prstGeom>
          <a:noFill/>
          <a:ln w="38100" cap="flat" cmpd="sng" algn="ctr">
            <a:solidFill>
              <a:srgbClr val="ED7D31"/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21" name="Verbindung4"/>
          <p:cNvCxnSpPr>
            <a:stCxn id="11" idx="2"/>
            <a:endCxn id="4" idx="0"/>
          </p:cNvCxnSpPr>
          <p:nvPr/>
        </p:nvCxnSpPr>
        <p:spPr>
          <a:xfrm rot="5400000">
            <a:off x="5804535" y="3103245"/>
            <a:ext cx="2663825" cy="1606550"/>
          </a:xfrm>
          <a:prstGeom prst="straightConnector1">
            <a:avLst/>
          </a:prstGeom>
          <a:noFill/>
          <a:ln w="38100" cap="flat" cmpd="sng" algn="ctr">
            <a:solidFill>
              <a:srgbClr val="ED7D31"/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22" name="Verbindung5"/>
          <p:cNvCxnSpPr>
            <a:stCxn id="8" idx="2"/>
            <a:endCxn id="3" idx="0"/>
          </p:cNvCxnSpPr>
          <p:nvPr/>
        </p:nvCxnSpPr>
        <p:spPr>
          <a:xfrm rot="5400000">
            <a:off x="4018280" y="4274820"/>
            <a:ext cx="1640205" cy="287655"/>
          </a:xfrm>
          <a:prstGeom prst="straightConnector1">
            <a:avLst/>
          </a:prstGeom>
          <a:noFill/>
          <a:ln w="38100" cap="flat" cmpd="sng" algn="ctr">
            <a:solidFill>
              <a:srgbClr val="ED7D31"/>
            </a:solidFill>
            <a:prstDash val="solid"/>
            <a:headEnd type="none"/>
            <a:tailEnd type="none"/>
          </a:ln>
          <a:effectLst/>
        </p:spPr>
      </p:cxnSp>
      <p:cxnSp>
        <p:nvCxnSpPr>
          <p:cNvPr id="23" name="Verbindung6"/>
          <p:cNvCxnSpPr>
            <a:stCxn id="6" idx="2"/>
            <a:endCxn id="3" idx="0"/>
          </p:cNvCxnSpPr>
          <p:nvPr/>
        </p:nvCxnSpPr>
        <p:spPr>
          <a:xfrm rot="5400000">
            <a:off x="5039995" y="4472305"/>
            <a:ext cx="421005" cy="1112520"/>
          </a:xfrm>
          <a:prstGeom prst="straightConnector1">
            <a:avLst/>
          </a:prstGeom>
          <a:noFill/>
          <a:ln w="38100" cap="flat" cmpd="sng" algn="ctr">
            <a:solidFill>
              <a:srgbClr val="ED7D31"/>
            </a:solidFill>
            <a:prstDash val="solid"/>
            <a:headEnd type="none"/>
            <a:tailEnd type="none"/>
          </a:ln>
          <a:effectLst/>
        </p:spPr>
      </p:cxnSp>
      <p:sp>
        <p:nvSpPr>
          <p:cNvPr id="24" name="SlideTitle1"/>
          <p:cNvSpPr>
            <a:spLocks noGrp="1" noChangeArrowheads="1"/>
          </p:cNvSpPr>
          <p:nvPr>
            <p:ph type="title"/>
          </p:nvPr>
        </p:nvSpPr>
        <p:spPr>
          <a:xfrm>
            <a:off x="0" y="-635"/>
            <a:ext cx="12192000" cy="718185"/>
          </a:xfrm>
          <a:solidFill>
            <a:srgbClr val="E6752A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  <a:normAutofit/>
          </a:bodyPr>
          <a:lstStyle/>
          <a:p>
            <a:pPr marL="914400" marR="0" indent="-914400" algn="ctr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 cap="none"/>
            </a:pPr>
            <a:r>
              <a:t>LWB based on </a:t>
            </a:r>
            <a:r>
              <a:t>LionWeb</a:t>
            </a:r>
          </a:p>
        </p:txBody>
      </p:sp>
      <p:pic>
        <p:nvPicPr>
          <p:cNvPr id="25" name="Grafik5"/>
          <p:cNvPicPr/>
          <p:nvPr/>
        </p:nvPicPr>
        <p:blipFill>
          <a:blip r:embed="rId6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9448800" y="3962400"/>
            <a:ext cx="277495" cy="2794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6" name="Textbox1"/>
          <p:cNvSpPr/>
          <p:nvPr/>
        </p:nvSpPr>
        <p:spPr>
          <a:xfrm>
            <a:off x="8682355" y="1402080"/>
            <a:ext cx="1383665" cy="3441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Interpreter</a:t>
            </a:r>
          </a:p>
        </p:txBody>
      </p:sp>
      <p:sp>
        <p:nvSpPr>
          <p:cNvPr id="27" name="Textbox2"/>
          <p:cNvSpPr/>
          <p:nvPr/>
        </p:nvSpPr>
        <p:spPr>
          <a:xfrm>
            <a:off x="8888095" y="2214880"/>
            <a:ext cx="1160780" cy="5759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>
            <a:normAutofit/>
          </a:bodyPr>
          <a:lstStyle/>
          <a:p>
            <a:pPr algn="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Scoping</a:t>
            </a:r>
          </a:p>
          <a:p>
            <a:pPr algn="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engine</a:t>
            </a:r>
          </a:p>
        </p:txBody>
      </p:sp>
      <p:sp>
        <p:nvSpPr>
          <p:cNvPr id="28" name="Textbox3"/>
          <p:cNvSpPr/>
          <p:nvPr/>
        </p:nvSpPr>
        <p:spPr>
          <a:xfrm>
            <a:off x="8251825" y="3164840"/>
            <a:ext cx="1806575" cy="638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>
            <a:normAutofit/>
          </a:bodyPr>
          <a:lstStyle/>
          <a:p>
            <a:pPr algn="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Typesystem implementation</a:t>
            </a:r>
          </a:p>
        </p:txBody>
      </p:sp>
      <p:sp>
        <p:nvSpPr>
          <p:cNvPr id="29" name="Textbox4"/>
          <p:cNvSpPr/>
          <p:nvPr/>
        </p:nvSpPr>
        <p:spPr>
          <a:xfrm>
            <a:off x="8754110" y="4516120"/>
            <a:ext cx="1304290" cy="3632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>
            <a:normAutofit/>
          </a:bodyPr>
          <a:lstStyle/>
          <a:p>
            <a:pPr algn="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Validator</a:t>
            </a:r>
          </a:p>
        </p:txBody>
      </p:sp>
      <p:pic>
        <p:nvPicPr>
          <p:cNvPr id="30" name="Grafik9"/>
          <p:cNvPicPr/>
          <p:nvPr/>
        </p:nvPicPr>
        <p:blipFill>
          <a:blip r:embed="rId7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9794875" y="1879600"/>
            <a:ext cx="220345" cy="2095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1" name="Grafik10"/>
          <p:cNvPicPr/>
          <p:nvPr/>
        </p:nvPicPr>
        <p:blipFill>
          <a:blip r:embed="rId7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9794875" y="843915"/>
            <a:ext cx="220345" cy="21145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2" name="Grafik11"/>
          <p:cNvPicPr/>
          <p:nvPr/>
        </p:nvPicPr>
        <p:blipFill>
          <a:blip r:embed="rId7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9794875" y="2914650"/>
            <a:ext cx="220345" cy="2095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3" name="Grafik12"/>
          <p:cNvPicPr/>
          <p:nvPr/>
        </p:nvPicPr>
        <p:blipFill>
          <a:blip r:embed="rId7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9794875" y="3981450"/>
            <a:ext cx="220345" cy="209550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34" name="Group2"/>
          <p:cNvGrpSpPr/>
          <p:nvPr/>
        </p:nvGrpSpPr>
        <p:grpSpPr>
          <a:xfrm>
            <a:off x="8610600" y="5036820"/>
            <a:ext cx="1447800" cy="935355"/>
            <a:chOff x="8610600" y="5036820"/>
            <a:chExt cx="1447800" cy="935355"/>
          </a:xfrm>
        </p:grpSpPr>
        <p:pic>
          <p:nvPicPr>
            <p:cNvPr id="37" name="Picture1"/>
            <p:cNvPicPr/>
            <p:nvPr/>
          </p:nvPicPr>
          <p:blipFill>
            <a:blip r:embed="rId8">
              <a:colorize val="10" sat="100" blend="0">
                <a:clrTo>
                  <a:srgbClr val="7F7F7F"/>
                </a:clrTo>
              </a:colorize>
            </a:blip>
            <a:srcRect l="13180" t="0" r="0" b="17170"/>
            <a:stretch>
              <a:fillRect/>
            </a:stretch>
          </p:blipFill>
          <p:spPr>
            <a:xfrm>
              <a:off x="9418320" y="5036820"/>
              <a:ext cx="307975" cy="294005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36" name="Textbox5"/>
            <p:cNvSpPr/>
            <p:nvPr/>
          </p:nvSpPr>
          <p:spPr>
            <a:xfrm>
              <a:off x="8610600" y="5332095"/>
              <a:ext cx="1447800" cy="6400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 algn="r" defTabSz="9144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b="1" cap="none">
                  <a:latin typeface="Lato" pitchFamily="1" charset="0"/>
                  <a:ea typeface="Lato" pitchFamily="1" charset="0"/>
                  <a:cs typeface="Lato" pitchFamily="1" charset="0"/>
                </a:defRPr>
              </a:pPr>
              <a:r>
                <a:t>Projectional editor</a:t>
              </a:r>
            </a:p>
          </p:txBody>
        </p:sp>
        <p:pic>
          <p:nvPicPr>
            <p:cNvPr id="35" name="Grafik13"/>
            <p:cNvPicPr/>
            <p:nvPr/>
          </p:nvPicPr>
          <p:blipFill>
            <a:blip r:embed="rId7">
              <a:colorize val="10" sat="100" blend="0">
                <a:clrTo>
                  <a:srgbClr val="7F7F7F"/>
                </a:clrTo>
              </a:colorize>
            </a:blip>
            <a:stretch>
              <a:fillRect/>
            </a:stretch>
          </p:blipFill>
          <p:spPr>
            <a:xfrm>
              <a:off x="9794875" y="5068570"/>
              <a:ext cx="220345" cy="211455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grpSp>
        <p:nvGrpSpPr>
          <p:cNvPr id="38" name="Group1"/>
          <p:cNvGrpSpPr/>
          <p:nvPr/>
        </p:nvGrpSpPr>
        <p:grpSpPr>
          <a:xfrm>
            <a:off x="7390765" y="5049520"/>
            <a:ext cx="1169035" cy="922655"/>
            <a:chOff x="7390765" y="5049520"/>
            <a:chExt cx="1169035" cy="922655"/>
          </a:xfrm>
        </p:grpSpPr>
        <p:pic>
          <p:nvPicPr>
            <p:cNvPr id="41" name="Grafik6"/>
            <p:cNvPicPr/>
            <p:nvPr/>
          </p:nvPicPr>
          <p:blipFill>
            <a:blip r:embed="rId9">
              <a:colorize val="10" sat="100" blend="0">
                <a:clrTo>
                  <a:srgbClr val="7F7F7F"/>
                </a:clrTo>
              </a:colorize>
            </a:blip>
            <a:stretch>
              <a:fillRect/>
            </a:stretch>
          </p:blipFill>
          <p:spPr>
            <a:xfrm>
              <a:off x="8043545" y="5049520"/>
              <a:ext cx="184150" cy="281305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40" name="Textbox6"/>
            <p:cNvSpPr/>
            <p:nvPr/>
          </p:nvSpPr>
          <p:spPr>
            <a:xfrm>
              <a:off x="7390765" y="5332095"/>
              <a:ext cx="1169035" cy="6400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 algn="r" defTabSz="9144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b="1" cap="none">
                  <a:latin typeface="Lato" pitchFamily="1" charset="0"/>
                  <a:ea typeface="Lato" pitchFamily="1" charset="0"/>
                  <a:cs typeface="Lato" pitchFamily="1" charset="0"/>
                </a:defRPr>
              </a:pPr>
              <a:r>
                <a:t>Diagram</a:t>
              </a:r>
            </a:p>
            <a:p>
              <a:pPr algn="r" defTabSz="9144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b="1" cap="none">
                  <a:latin typeface="Lato" pitchFamily="1" charset="0"/>
                  <a:ea typeface="Lato" pitchFamily="1" charset="0"/>
                  <a:cs typeface="Lato" pitchFamily="1" charset="0"/>
                </a:defRPr>
              </a:pPr>
              <a:r>
                <a:t>editor</a:t>
              </a:r>
            </a:p>
          </p:txBody>
        </p:sp>
        <p:pic>
          <p:nvPicPr>
            <p:cNvPr id="39" name="Grafik14"/>
            <p:cNvPicPr/>
            <p:nvPr/>
          </p:nvPicPr>
          <p:blipFill>
            <a:blip r:embed="rId7">
              <a:colorize val="10" sat="100" blend="0">
                <a:clrTo>
                  <a:srgbClr val="7F7F7F"/>
                </a:clrTo>
              </a:colorize>
            </a:blip>
            <a:stretch>
              <a:fillRect/>
            </a:stretch>
          </p:blipFill>
          <p:spPr>
            <a:xfrm>
              <a:off x="8338820" y="5071745"/>
              <a:ext cx="220980" cy="209550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grpSp>
        <p:nvGrpSpPr>
          <p:cNvPr id="42" name="Group3"/>
          <p:cNvGrpSpPr/>
          <p:nvPr/>
        </p:nvGrpSpPr>
        <p:grpSpPr>
          <a:xfrm>
            <a:off x="407670" y="5186045"/>
            <a:ext cx="1884680" cy="802005"/>
            <a:chOff x="407670" y="5186045"/>
            <a:chExt cx="1884680" cy="802005"/>
          </a:xfrm>
        </p:grpSpPr>
        <p:pic>
          <p:nvPicPr>
            <p:cNvPr id="46" name="Grafik3"/>
            <p:cNvPicPr/>
            <p:nvPr/>
          </p:nvPicPr>
          <p:blipFill>
            <a:blip r:embed="rId10">
              <a:colorize val="10" sat="100" blend="0">
                <a:clrTo>
                  <a:srgbClr val="7F7F7F"/>
                </a:clrTo>
              </a:colorize>
            </a:blip>
            <a:stretch>
              <a:fillRect/>
            </a:stretch>
          </p:blipFill>
          <p:spPr>
            <a:xfrm>
              <a:off x="1147445" y="5186045"/>
              <a:ext cx="405130" cy="309880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45" name="Textbox7"/>
            <p:cNvSpPr/>
            <p:nvPr/>
          </p:nvSpPr>
          <p:spPr>
            <a:xfrm>
              <a:off x="407670" y="5530850"/>
              <a:ext cx="1884680" cy="4572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91440" tIns="45720" rIns="91440" bIns="45720" numCol="1" spcCol="215900" anchor="t">
              <a:normAutofit/>
            </a:bodyPr>
            <a:lstStyle/>
            <a:p>
              <a:pPr algn="ctr" defTabSz="9144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b="1" cap="none">
                  <a:latin typeface="Lato" pitchFamily="1" charset="0"/>
                  <a:ea typeface="Lato" pitchFamily="1" charset="0"/>
                  <a:cs typeface="Lato" pitchFamily="1" charset="0"/>
                </a:defRPr>
              </a:pPr>
              <a:r>
                <a:t>Importer</a:t>
              </a:r>
            </a:p>
          </p:txBody>
        </p:sp>
        <p:pic>
          <p:nvPicPr>
            <p:cNvPr id="44" name="Grafik8"/>
            <p:cNvPicPr/>
            <p:nvPr/>
          </p:nvPicPr>
          <p:blipFill>
            <a:blip r:embed="rId11">
              <a:colorize val="10" sat="100" blend="0">
                <a:clrTo>
                  <a:srgbClr val="7F7F7F"/>
                </a:clrTo>
              </a:colorize>
            </a:blip>
            <a:stretch>
              <a:fillRect/>
            </a:stretch>
          </p:blipFill>
          <p:spPr>
            <a:xfrm>
              <a:off x="1552575" y="5226050"/>
              <a:ext cx="174625" cy="208915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43" name="Linie1"/>
            <p:cNvSpPr/>
            <p:nvPr/>
          </p:nvSpPr>
          <p:spPr>
            <a:xfrm>
              <a:off x="409575" y="5495925"/>
              <a:ext cx="1882775" cy="0"/>
            </a:xfrm>
            <a:prstGeom prst="line">
              <a:avLst/>
            </a:prstGeom>
            <a:noFill/>
            <a:ln w="25400" cap="flat" cmpd="sng" algn="ctr">
              <a:solidFill>
                <a:srgbClr val="954F72"/>
              </a:solidFill>
              <a:prstDash val="solid"/>
              <a:headEnd type="none"/>
              <a:tailEnd type="stealth" w="lg" len="lg"/>
            </a:ln>
            <a:effectLst/>
          </p:spPr>
          <p:txBody>
            <a:bodyPr vert="horz" wrap="square" lIns="91440" tIns="-45720" rIns="91440" bIns="-45720" numCol="1" spcCol="215900" anchor="t">
              <a:normAutofit/>
            </a:bodyPr>
            <a:lstStyle/>
            <a:p>
              <a:pPr>
                <a:defRPr b="1" cap="none">
                  <a:latin typeface="Lato" pitchFamily="1" charset="0"/>
                  <a:ea typeface="Lato" pitchFamily="1" charset="0"/>
                  <a:cs typeface="Lato" pitchFamily="1" charset="0"/>
                </a:defRPr>
              </a:pPr>
            </a:p>
          </p:txBody>
        </p:sp>
      </p:grpSp>
      <p:grpSp>
        <p:nvGrpSpPr>
          <p:cNvPr id="47" name="Group6"/>
          <p:cNvGrpSpPr/>
          <p:nvPr/>
        </p:nvGrpSpPr>
        <p:grpSpPr>
          <a:xfrm>
            <a:off x="5549265" y="5986145"/>
            <a:ext cx="1410970" cy="758825"/>
            <a:chOff x="5549265" y="5986145"/>
            <a:chExt cx="1410970" cy="758825"/>
          </a:xfrm>
        </p:grpSpPr>
        <p:pic>
          <p:nvPicPr>
            <p:cNvPr id="51" name="Grafik7"/>
            <p:cNvPicPr/>
            <p:nvPr/>
          </p:nvPicPr>
          <p:blipFill>
            <a:blip r:embed="rId12">
              <a:colorize val="10" sat="100" blend="0">
                <a:clrTo>
                  <a:srgbClr val="7F7F7F"/>
                </a:clrTo>
              </a:colorize>
            </a:blip>
            <a:stretch>
              <a:fillRect/>
            </a:stretch>
          </p:blipFill>
          <p:spPr>
            <a:xfrm>
              <a:off x="6071870" y="6048375"/>
              <a:ext cx="276225" cy="311150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50" name="Textbox10"/>
            <p:cNvSpPr/>
            <p:nvPr/>
          </p:nvSpPr>
          <p:spPr>
            <a:xfrm>
              <a:off x="5549265" y="6359525"/>
              <a:ext cx="1410970" cy="3854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91440" tIns="45720" rIns="91440" bIns="45720" numCol="1" spcCol="215900" anchor="t">
              <a:normAutofit/>
            </a:bodyPr>
            <a:lstStyle/>
            <a:p>
              <a:pPr defTabSz="9144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cap="none">
                  <a:latin typeface="Lato" pitchFamily="1" charset="0"/>
                  <a:ea typeface="Lato" pitchFamily="1" charset="0"/>
                  <a:cs typeface="Lato" pitchFamily="1" charset="0"/>
                </a:defRPr>
              </a:pPr>
              <a:r>
                <a:t>Migration</a:t>
              </a:r>
            </a:p>
          </p:txBody>
        </p:sp>
        <p:pic>
          <p:nvPicPr>
            <p:cNvPr id="49" name="Grafik17"/>
            <p:cNvPicPr/>
            <p:nvPr/>
          </p:nvPicPr>
          <p:blipFill>
            <a:blip r:embed="rId11">
              <a:colorize val="10" sat="100" blend="0">
                <a:clrTo>
                  <a:srgbClr val="7F7F7F"/>
                </a:clrTo>
              </a:colorize>
            </a:blip>
            <a:stretch>
              <a:fillRect/>
            </a:stretch>
          </p:blipFill>
          <p:spPr>
            <a:xfrm>
              <a:off x="6510020" y="6099175"/>
              <a:ext cx="174625" cy="209550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48" name="Ellipse1"/>
            <p:cNvSpPr/>
            <p:nvPr/>
          </p:nvSpPr>
          <p:spPr>
            <a:xfrm rot="18900000">
              <a:off x="5992495" y="5986145"/>
              <a:ext cx="434975" cy="434975"/>
            </a:xfrm>
            <a:custGeom>
              <a:avLst/>
              <a:gdLst/>
              <a:ahLst/>
              <a:cxnLst/>
              <a:rect l="0" t="0" r="434975" b="434975"/>
              <a:pathLst>
                <a:path w="434975" h="434975">
                  <a:moveTo>
                    <a:pt x="434975" y="217487"/>
                  </a:moveTo>
                  <a:cubicBezTo>
                    <a:pt x="434975" y="275081"/>
                    <a:pt x="411997" y="330520"/>
                    <a:pt x="371259" y="371259"/>
                  </a:cubicBezTo>
                  <a:cubicBezTo>
                    <a:pt x="330520" y="411997"/>
                    <a:pt x="275081" y="434975"/>
                    <a:pt x="217487" y="434975"/>
                  </a:cubicBezTo>
                  <a:cubicBezTo>
                    <a:pt x="159893" y="434975"/>
                    <a:pt x="104454" y="411997"/>
                    <a:pt x="63715" y="371259"/>
                  </a:cubicBezTo>
                  <a:cubicBezTo>
                    <a:pt x="22977" y="330520"/>
                    <a:pt x="0" y="275081"/>
                    <a:pt x="0" y="217487"/>
                  </a:cubicBezTo>
                  <a:cubicBezTo>
                    <a:pt x="0" y="159893"/>
                    <a:pt x="22977" y="104454"/>
                    <a:pt x="63715" y="63715"/>
                  </a:cubicBezTo>
                  <a:cubicBezTo>
                    <a:pt x="104454" y="22977"/>
                    <a:pt x="159893" y="0"/>
                    <a:pt x="217487" y="0"/>
                  </a:cubicBezTo>
                </a:path>
              </a:pathLst>
            </a:custGeom>
            <a:noFill/>
            <a:ln w="25400" cap="flat" cmpd="sng" algn="ctr">
              <a:solidFill>
                <a:srgbClr val="954F72"/>
              </a:solidFill>
              <a:prstDash val="solid"/>
              <a:headEnd type="stealth" w="lg" len="lg"/>
              <a:tailEnd type="stealth" w="lg" len="lg"/>
            </a:ln>
            <a:effectLst/>
          </p:spPr>
          <p:txBody>
            <a:bodyPr vert="horz" wrap="square" lIns="91440" tIns="45720" rIns="91440" bIns="45720" numCol="1" spcCol="215900" anchor="ctr">
              <a:normAutofit/>
            </a:bodyPr>
            <a:lstStyle/>
            <a:p>
              <a:pPr algn="ctr" defTabSz="9144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cap="none">
                  <a:latin typeface="Lato" pitchFamily="1" charset="0"/>
                  <a:ea typeface="Lato" pitchFamily="1" charset="0"/>
                  <a:cs typeface="Lato" pitchFamily="1" charset="0"/>
                </a:defRPr>
              </a:pPr>
            </a:p>
          </p:txBody>
        </p:sp>
      </p:grpSp>
      <p:grpSp>
        <p:nvGrpSpPr>
          <p:cNvPr id="52" name="Group4"/>
          <p:cNvGrpSpPr/>
          <p:nvPr/>
        </p:nvGrpSpPr>
        <p:grpSpPr>
          <a:xfrm>
            <a:off x="10145395" y="4708525"/>
            <a:ext cx="1909445" cy="673100"/>
            <a:chOff x="10145395" y="4708525"/>
            <a:chExt cx="1909445" cy="673100"/>
          </a:xfrm>
        </p:grpSpPr>
        <p:pic>
          <p:nvPicPr>
            <p:cNvPr id="56" name="Grafik4"/>
            <p:cNvPicPr/>
            <p:nvPr/>
          </p:nvPicPr>
          <p:blipFill>
            <a:blip r:embed="rId13">
              <a:colorize val="10" sat="100" blend="0">
                <a:clrTo>
                  <a:srgbClr val="7F7F7F"/>
                </a:clrTo>
              </a:colorize>
            </a:blip>
            <a:stretch>
              <a:fillRect/>
            </a:stretch>
          </p:blipFill>
          <p:spPr>
            <a:xfrm>
              <a:off x="10653395" y="4708525"/>
              <a:ext cx="866775" cy="311150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55" name="Textbox8"/>
            <p:cNvSpPr/>
            <p:nvPr/>
          </p:nvSpPr>
          <p:spPr>
            <a:xfrm>
              <a:off x="10145395" y="5032375"/>
              <a:ext cx="1909445" cy="349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91440" tIns="45720" rIns="91440" bIns="45720" numCol="1" spcCol="215900" anchor="t">
              <a:normAutofit/>
            </a:bodyPr>
            <a:lstStyle/>
            <a:p>
              <a:pPr defTabSz="9144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b="1" cap="none">
                  <a:latin typeface="Lato" pitchFamily="1" charset="0"/>
                  <a:ea typeface="Lato" pitchFamily="1" charset="0"/>
                  <a:cs typeface="Lato" pitchFamily="1" charset="0"/>
                </a:defRPr>
              </a:pPr>
              <a:r>
                <a:t>Docs generator</a:t>
              </a:r>
            </a:p>
          </p:txBody>
        </p:sp>
        <p:pic>
          <p:nvPicPr>
            <p:cNvPr id="54" name="Grafik16"/>
            <p:cNvPicPr/>
            <p:nvPr/>
          </p:nvPicPr>
          <p:blipFill>
            <a:blip r:embed="rId11">
              <a:colorize val="10" sat="100" blend="0">
                <a:clrTo>
                  <a:srgbClr val="7F7F7F"/>
                </a:clrTo>
              </a:colorize>
            </a:blip>
            <a:stretch>
              <a:fillRect/>
            </a:stretch>
          </p:blipFill>
          <p:spPr>
            <a:xfrm>
              <a:off x="11520170" y="4759325"/>
              <a:ext cx="174625" cy="209550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53" name="Linie2"/>
            <p:cNvSpPr/>
            <p:nvPr/>
          </p:nvSpPr>
          <p:spPr>
            <a:xfrm>
              <a:off x="10145395" y="5032375"/>
              <a:ext cx="1882775" cy="0"/>
            </a:xfrm>
            <a:prstGeom prst="line">
              <a:avLst/>
            </a:prstGeom>
            <a:noFill/>
            <a:ln w="25400" cap="flat" cmpd="sng" algn="ctr">
              <a:solidFill>
                <a:srgbClr val="954F72"/>
              </a:solidFill>
              <a:prstDash val="solid"/>
              <a:headEnd type="none"/>
              <a:tailEnd type="stealth" w="lg" len="lg"/>
            </a:ln>
            <a:effectLst/>
          </p:spPr>
          <p:txBody>
            <a:bodyPr vert="horz" wrap="square" lIns="91440" tIns="-45720" rIns="91440" bIns="-45720" numCol="1" spcCol="215900" anchor="t">
              <a:normAutofit/>
            </a:bodyPr>
            <a:lstStyle/>
            <a:p>
              <a:pPr>
                <a:defRPr b="1" cap="none">
                  <a:latin typeface="Lato" pitchFamily="1" charset="0"/>
                  <a:ea typeface="Lato" pitchFamily="1" charset="0"/>
                  <a:cs typeface="Lato" pitchFamily="1" charset="0"/>
                </a:defRPr>
              </a:pPr>
            </a:p>
          </p:txBody>
        </p:sp>
      </p:grpSp>
      <p:grpSp>
        <p:nvGrpSpPr>
          <p:cNvPr id="57" name="Group5"/>
          <p:cNvGrpSpPr/>
          <p:nvPr/>
        </p:nvGrpSpPr>
        <p:grpSpPr>
          <a:xfrm>
            <a:off x="10145395" y="5643245"/>
            <a:ext cx="1882775" cy="806450"/>
            <a:chOff x="10145395" y="5643245"/>
            <a:chExt cx="1882775" cy="806450"/>
          </a:xfrm>
        </p:grpSpPr>
        <p:pic>
          <p:nvPicPr>
            <p:cNvPr id="61" name="Grafik2"/>
            <p:cNvPicPr/>
            <p:nvPr/>
          </p:nvPicPr>
          <p:blipFill>
            <a:blip r:embed="rId14">
              <a:colorize val="10" sat="100" blend="0">
                <a:clrTo>
                  <a:srgbClr val="7F7F7F"/>
                </a:clrTo>
              </a:colorize>
            </a:blip>
            <a:stretch>
              <a:fillRect/>
            </a:stretch>
          </p:blipFill>
          <p:spPr>
            <a:xfrm>
              <a:off x="10930890" y="5643245"/>
              <a:ext cx="311785" cy="309880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60" name="Textbox9"/>
            <p:cNvSpPr/>
            <p:nvPr/>
          </p:nvSpPr>
          <p:spPr>
            <a:xfrm>
              <a:off x="10145395" y="5992495"/>
              <a:ext cx="1882775" cy="4572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91440" tIns="45720" rIns="91440" bIns="45720" numCol="1" spcCol="215900" anchor="t">
              <a:spAutoFit/>
            </a:bodyPr>
            <a:lstStyle/>
            <a:p>
              <a:pPr defTabSz="9144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b="1" cap="none">
                  <a:latin typeface="Lato" pitchFamily="1" charset="0"/>
                  <a:ea typeface="Lato" pitchFamily="1" charset="0"/>
                  <a:cs typeface="Lato" pitchFamily="1" charset="0"/>
                </a:defRPr>
              </a:pPr>
              <a:r>
                <a:t>Live preview</a:t>
              </a:r>
            </a:p>
          </p:txBody>
        </p:sp>
        <p:pic>
          <p:nvPicPr>
            <p:cNvPr id="59" name="Grafik15"/>
            <p:cNvPicPr/>
            <p:nvPr/>
          </p:nvPicPr>
          <p:blipFill>
            <a:blip r:embed="rId7">
              <a:colorize val="10" sat="100" blend="0">
                <a:clrTo>
                  <a:srgbClr val="7F7F7F"/>
                </a:clrTo>
              </a:colorize>
            </a:blip>
            <a:stretch>
              <a:fillRect/>
            </a:stretch>
          </p:blipFill>
          <p:spPr>
            <a:xfrm>
              <a:off x="11299190" y="5692775"/>
              <a:ext cx="220980" cy="210820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58" name="Linie3"/>
            <p:cNvSpPr/>
            <p:nvPr/>
          </p:nvSpPr>
          <p:spPr>
            <a:xfrm>
              <a:off x="10145395" y="5972175"/>
              <a:ext cx="1882775" cy="0"/>
            </a:xfrm>
            <a:prstGeom prst="line">
              <a:avLst/>
            </a:prstGeom>
            <a:noFill/>
            <a:ln w="25400" cap="flat" cmpd="sng" algn="ctr">
              <a:solidFill>
                <a:srgbClr val="954F72"/>
              </a:solidFill>
              <a:prstDash val="solid"/>
              <a:headEnd type="none"/>
              <a:tailEnd type="stealth" w="lg" len="lg"/>
            </a:ln>
            <a:effectLst/>
          </p:spPr>
          <p:txBody>
            <a:bodyPr vert="horz" wrap="square" lIns="91440" tIns="-45720" rIns="91440" bIns="-45720" numCol="1" spcCol="215900" anchor="t">
              <a:normAutofit/>
            </a:bodyPr>
            <a:lstStyle/>
            <a:p>
              <a:pPr>
                <a:defRPr b="1" cap="none">
                  <a:latin typeface="Lato" pitchFamily="1" charset="0"/>
                  <a:ea typeface="Lato" pitchFamily="1" charset="0"/>
                  <a:cs typeface="Lato" pitchFamily="1" charset="0"/>
                </a:defRPr>
              </a:pPr>
            </a:p>
          </p:txBody>
        </p:sp>
      </p:grpSp>
      <p:pic>
        <p:nvPicPr>
          <p:cNvPr id="62" name="Grafik18"/>
          <p:cNvPicPr/>
          <p:nvPr/>
        </p:nvPicPr>
        <p:blipFill>
          <a:blip r:embed="rId11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234950" y="795020"/>
            <a:ext cx="182245" cy="20764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3" name="Grafik19"/>
          <p:cNvPicPr/>
          <p:nvPr/>
        </p:nvPicPr>
        <p:blipFill>
          <a:blip r:embed="rId7"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200025" y="1136650"/>
            <a:ext cx="229870" cy="2095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4" name="Textbox11"/>
          <p:cNvSpPr/>
          <p:nvPr/>
        </p:nvSpPr>
        <p:spPr>
          <a:xfrm>
            <a:off x="429895" y="762000"/>
            <a:ext cx="1297305" cy="2933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bulk protocol</a:t>
            </a:r>
          </a:p>
        </p:txBody>
      </p:sp>
      <p:sp>
        <p:nvSpPr>
          <p:cNvPr id="65" name="Textbox12"/>
          <p:cNvSpPr/>
          <p:nvPr/>
        </p:nvSpPr>
        <p:spPr>
          <a:xfrm>
            <a:off x="429895" y="1102995"/>
            <a:ext cx="1297305" cy="2432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delta protocol</a:t>
            </a:r>
          </a:p>
        </p:txBody>
      </p:sp>
      <p:sp>
        <p:nvSpPr>
          <p:cNvPr id="66" name="AutoForm1"/>
          <p:cNvSpPr/>
          <p:nvPr/>
        </p:nvSpPr>
        <p:spPr>
          <a:xfrm>
            <a:off x="200025" y="1428750"/>
            <a:ext cx="947420" cy="508635"/>
          </a:xfrm>
          <a:prstGeom prst="roundRect">
            <a:avLst>
              <a:gd name="adj" fmla="val 16662"/>
            </a:avLst>
          </a:prstGeom>
          <a:solidFill>
            <a:srgbClr val="BDDCA9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36195" tIns="36195" rIns="36195" bIns="36195" numCol="1" spcCol="215900" anchor="ctr">
            <a:normAutofit/>
          </a:bodyPr>
          <a:lstStyle/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«Concept»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Node</a:t>
            </a:r>
          </a:p>
        </p:txBody>
      </p:sp>
      <p:sp>
        <p:nvSpPr>
          <p:cNvPr id="67" name="Rechteck1"/>
          <p:cNvSpPr/>
          <p:nvPr/>
        </p:nvSpPr>
        <p:spPr>
          <a:xfrm>
            <a:off x="156210" y="734060"/>
            <a:ext cx="1570990" cy="1295400"/>
          </a:xfrm>
          <a:prstGeom prst="rect">
            <a:avLst/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t">
            <a:normAutofit/>
          </a:bodyPr>
          <a:lstStyle/>
          <a:p>
            <a:pPr>
              <a:defRPr sz="1400" cap="none">
                <a:latin typeface="Lato" pitchFamily="1" charset="0"/>
                <a:ea typeface="Lato" pitchFamily="1" charset="0"/>
                <a:cs typeface="Lato" pitchFamily="1" charset="0"/>
              </a:defRPr>
            </a:pPr>
          </a:p>
        </p:txBody>
      </p:sp>
      <p:cxnSp>
        <p:nvCxnSpPr>
          <p:cNvPr id="68" name="Connector1"/>
          <p:cNvCxnSpPr/>
          <p:nvPr/>
        </p:nvCxnSpPr>
        <p:spPr>
          <a:xfrm rot="5400000">
            <a:off x="8861425" y="2547620"/>
            <a:ext cx="358775" cy="430530"/>
          </a:xfrm>
          <a:prstGeom prst="straightConnector1">
            <a:avLst/>
          </a:prstGeom>
          <a:noFill/>
          <a:ln w="38100" cap="flat" cmpd="sng" algn="ctr">
            <a:solidFill>
              <a:srgbClr val="ED7D31"/>
            </a:solidFill>
            <a:prstDash val="sysDot"/>
            <a:headEnd type="none"/>
            <a:tailEnd type="stealth" w="lg" len="lg"/>
          </a:ln>
          <a:effectLst/>
        </p:spPr>
      </p:cxnSp>
      <p:cxnSp>
        <p:nvCxnSpPr>
          <p:cNvPr id="69" name="Connector2"/>
          <p:cNvCxnSpPr>
            <a:stCxn id="4" idx="1"/>
          </p:cNvCxnSpPr>
          <p:nvPr/>
        </p:nvCxnSpPr>
        <p:spPr>
          <a:xfrm rot="5400000">
            <a:off x="5427980" y="5408930"/>
            <a:ext cx="635" cy="179070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diamond" w="lg" len="lg"/>
          </a:ln>
          <a:effectLst/>
        </p:spPr>
      </p:cxnSp>
      <p:sp>
        <p:nvSpPr>
          <p:cNvPr id="70" name="AutoShape9"/>
          <p:cNvSpPr/>
          <p:nvPr/>
        </p:nvSpPr>
        <p:spPr>
          <a:xfrm>
            <a:off x="2502535" y="5826760"/>
            <a:ext cx="2192020" cy="517525"/>
          </a:xfrm>
          <a:prstGeom prst="roundRect">
            <a:avLst>
              <a:gd name="adj" fmla="val 16662"/>
            </a:avLst>
          </a:prstGeom>
          <a:solidFill>
            <a:srgbClr val="BDDCA9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36195" tIns="36195" rIns="36195" bIns="36195" numCol="1" spcCol="215900" anchor="ctr">
            <a:normAutofit/>
          </a:bodyPr>
          <a:lstStyle/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«</a:t>
            </a:r>
            <a:r>
              <a:t>SourceAnnotation»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line=4, </a:t>
            </a:r>
            <a:r>
              <a:t>col=7</a:t>
            </a:r>
          </a:p>
        </p:txBody>
      </p:sp>
      <p:cxnSp>
        <p:nvCxnSpPr>
          <p:cNvPr id="71" name="Connector3"/>
          <p:cNvCxnSpPr>
            <a:stCxn id="70" idx="3"/>
          </p:cNvCxnSpPr>
          <p:nvPr/>
        </p:nvCxnSpPr>
        <p:spPr>
          <a:xfrm rot="16200000">
            <a:off x="4661535" y="5817235"/>
            <a:ext cx="301625" cy="234950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diamond" w="lg" len="lg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-1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-1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dvAuto="0"/>
      <p:bldP spid="3" grpId="0" animBg="1" advAuto="0"/>
      <p:bldP spid="4" grpId="0" animBg="1" advAuto="0"/>
      <p:bldP spid="5" grpId="0" animBg="1" advAuto="0"/>
      <p:bldP spid="6" grpId="0" animBg="1" advAuto="0"/>
      <p:bldP spid="7" grpId="0" animBg="1" advAuto="0"/>
      <p:bldP spid="8" grpId="0" animBg="1" advAuto="0"/>
      <p:bldP spid="9" grpId="0" animBg="1" advAuto="0"/>
      <p:bldP spid="10" grpId="0" animBg="1" advAuto="0"/>
      <p:bldP spid="11" grpId="0" animBg="1" advAuto="0"/>
      <p:bldP spid="12" grpId="0" animBg="1" advAuto="0"/>
      <p:bldP spid="13" grpId="0" animBg="1" advAuto="0"/>
      <p:bldP spid="14" grpId="0" animBg="1" advAuto="0"/>
      <p:bldP spid="15" grpId="0" animBg="1" advAuto="0"/>
      <p:bldP spid="16" grpId="0" animBg="1" advAuto="0"/>
      <p:bldP spid="17" grpId="0" animBg="1" advAuto="0"/>
      <p:bldP spid="18" grpId="0" animBg="1" advAuto="0"/>
      <p:bldP spid="18" grpId="1" animBg="1" advAuto="0"/>
      <p:bldP spid="19" grpId="0" animBg="1" advAuto="0"/>
      <p:bldP spid="19" grpId="1" animBg="1" advAuto="0"/>
      <p:bldP spid="20" grpId="0" animBg="1" advAuto="0"/>
      <p:bldP spid="20" grpId="1" animBg="1" advAuto="0"/>
      <p:bldP spid="21" grpId="0" animBg="1" advAuto="0"/>
      <p:bldP spid="21" grpId="1" animBg="1" advAuto="0"/>
      <p:bldP spid="22" grpId="0" animBg="1" advAuto="0"/>
      <p:bldP spid="22" grpId="1" animBg="1" advAuto="0"/>
      <p:bldP spid="23" grpId="0" animBg="1" advAuto="0"/>
      <p:bldP spid="23" grpId="1" animBg="1" advAuto="0"/>
      <p:bldP spid="25" grpId="0" animBg="1" advAuto="0"/>
      <p:bldP spid="26" grpId="0" animBg="1" advAuto="0"/>
      <p:bldP spid="27" grpId="0" animBg="1" advAuto="0"/>
      <p:bldP spid="28" grpId="0" animBg="1" advAuto="0"/>
      <p:bldP spid="29" grpId="0" animBg="1" advAuto="0"/>
      <p:bldP spid="30" grpId="0" animBg="1" advAuto="0"/>
      <p:bldP spid="31" grpId="0" animBg="1" advAuto="0"/>
      <p:bldP spid="32" grpId="0" animBg="1" advAuto="0"/>
      <p:bldP spid="33" grpId="0" animBg="1" advAuto="0"/>
      <p:bldP spid="34" grpId="0" animBg="1" advAuto="0"/>
      <p:bldP spid="38" grpId="0" animBg="1" advAuto="0"/>
      <p:bldP spid="42" grpId="0" animBg="1" advAuto="0"/>
      <p:bldP spid="47" grpId="0" animBg="1" advAuto="0"/>
      <p:bldP spid="52" grpId="0" animBg="1" advAuto="0"/>
      <p:bldP spid="57" grpId="0" animBg="1" advAuto="0"/>
      <p:bldP spid="68" grpId="0" animBg="1" advAuto="0"/>
      <p:bldP spid="68" grpId="1" animBg="1" advAuto="0"/>
      <p:bldP spid="69" grpId="0" animBg="1" advAuto="0"/>
      <p:bldP spid="70" grpId="0" animBg="1" advAuto="0"/>
      <p:bldP spid="70" grpId="1" animBg="1" advAuto="0"/>
      <p:bldP spid="71" grpId="0" animBg="1" advAuto="0"/>
      <p:bldP spid="71" grpId="1" animBg="1" advAuto="0"/>
    </p:bldLst>
    <p:extLst>
      <p:ext uri="smNativeData">
        <pr:smNativeData xmlns:pr="smNativeData" xmlns="smNativeData" val="ahKgajIAAAAFAAAA/f///wEAAAABAAAAAAAAAAAAAAAAAAAAAAAAAAcAAAD9////AQAAAAEAAAAAAAAAAAAAAAAAAAAAAAAACQAAAP3///8BAAAAAQAAAAAAAAAAAAAAAAAAAAAAAAALAAAA/f///wEAAAABAAAAAAAAAAAAAAAAAAAAAAAAAA8AAAD9////AQAAAAEAAAAAAAAAAAAAAAAAAAAAAAAAEQAAAP3///8BAAAAAQAAAAAAAAAAAAAAAAAAAAAAAAAVAAAA/f///wEAAAABAAAAAAAAAAAAAAAAAAAAAAAAABcAAAD9////AQAAAAEAAAAAAAAAAAAAAAAAAAAAAAAAGQAAAP3///8BAAAAAQAAAAAAAAAAAAAAAAAAAAAAAAAbAAAA/f///wEAAAABAAAAAAAAAAAAAAAAAAAAAAAAAB0AAAD9////AQAAAAEAAAAAAAAAAAAAAAAAAAAAAAAAHwAAAP3///8BAAAAAQAAAAAAAAAAAAAAAAAAAAAAAAAjAAAA/f///wIAAAABAAAAAAAAAAAAAAAAAAAAAAAAACUAAAD9////AQAAAAEAAAAAAAAAAAAAAAAAAAAAAAAAJwAAAP3///8BAAAAAQAAAAAAAAAAAAAAAAAAAAAAAAApAAAA/f///wEAAAABAAAAAAAAAAAAAAAAAAAAAAAAACsAAAD9////AQAAAAEAAAAAAAAAAAAAAAAAAAAAAAAALQAAAP3///8BAAAAAQAAAAAAAAAAAAAAAAAAAAAAAAAvAAAA/f///wEAAAABAAAAAAAAAAAAAAAAAAAAAAAAADMAAAD9////AgAAAAEAAAAAAAAAAAAAAAAAAAAAAAAANQAAAP3///8BAAAAAQAAAAAAAAAAAAAAAAAAAAAAAAA3AAAA/f///wEAAAABAAAAAAAAAAAAAAAAAAAAAAAAADkAAAD9////AQAAAAEAAAAAAAAAAAAAAAAAAAAAAAAAOwAAAP3///8BAAAAAQAAAAAAAAAAAAAAAAAAAAAAAAA9AAAA/f///wEAAAABAAAAAAAAAAAAAAAAAAAAAAAAAD8AAAD9////AQAAAAEAAAAAAAAAAAAAAAAAAAAAAAAAQQAAAP3///8BAAAAAQAAAAAAAAAAAAAAAAAAAAAAAABDAAAA/f///wEAAAABAAAAAAAAAAAAAAAAAAAAAAAAAEUAAAD9////AQAAAAEAAAAAAAAAAAAAAAAAAAAAAAAASQAAAP3///8CAAAAAQAAAAAAAAAAAAAAAAAAAAAAAABLAAAA/f///wIAAAABAAAAAAAAAAAAAAAAAAAAAAAAAE0AAAD9////AgAAAAEAAAAAAAAAAAAAAAAAAAAAAAAATwAAAP3///8BAAAAAQAAAAAAAAAAAAAAAAAAAAAAAABRAAAA/f///wEAAAABAAAAAAAAAAAAAAAAAAAAAAAAAFMAAAD9////AQAAAAEAAAAAAAAAAAAAAAAAAAAAAAAAVQAAAP3///8BAAAAAQAAAAAAAAAAAAAAAAAAAAAAAABXAAAA/f///wEAAAABAAAAAAAAAAAAAAAAAAAAAAAAAFkAAAD9////AQAAAAEAAAAAAAAAAAAAAAAAAAAAAAAAWwAAAP3///8BAAAAAQAAAAAAAAAAAAAAAAAAAAAAAABdAAAA/f///wEAAAABAAAAAAAAAAAAAAAAAAAAAAAAAGEAAAD9////AgAAAAEAAAAAAAAAAAAAAAAAAAAAAAAAYwAAAP3///8CAAAAAQAAAAAAAAAAAAAAAAAAAAAAAABnAAAA/f///wEAAAABAAAAAAAAAAAAAAAAAAAAAAAAAGkAAAD9////AQAAAAEAAAAAAAAAAAAAAAAAAAAAAAAAawAAAP3///8BAAAAAQAAAAAAAAAAAAAAAAAAAAAAAABvAAAA/f///wIAAAABAAAAAAAAAAAAAAAAAAAAAAAAAHEAAAD9////AgAAAAEAAAAAAAAAAAAAAAAAAAAAAAAAcwAAAP3///8BAAAAAQAAAAAAAAAAAAAAAAAAAAAAAAB1AAAA/f///wEAAAABAAAAAAAAAAAAAAAAAAAAAAAAAHkAAAD9////AQAAAAEAAAAAAAAAAAAAAAAAAAAAAAAA"/>
      </p:ext>
    </p:ext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</p:cNvSpPr>
          <p:nvPr>
            <p:ph type="title"/>
          </p:nvPr>
        </p:nvSpPr>
        <p:spPr>
          <a:xfrm>
            <a:off x="0" y="-635"/>
            <a:ext cx="12192000" cy="718185"/>
          </a:xfrm>
          <a:solidFill>
            <a:srgbClr val="E6752A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marL="914400" marR="0" indent="-914400" algn="ctr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 cap="none"/>
            </a:pPr>
            <a:r>
              <a:t>Integration platform languages</a:t>
            </a:r>
          </a:p>
        </p:txBody>
      </p:sp>
      <p:pic>
        <p:nvPicPr>
          <p:cNvPr id="3" name="Picture1" descr="/home/niko/git/LionWeb/LionWeb-io/specification/resources/smA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568325" y="4030980"/>
            <a:ext cx="5039995" cy="2526030"/>
          </a:xfrm>
          <a:prstGeom prst="rect">
            <a:avLst/>
          </a:prstGeom>
          <a:noFill/>
          <a:ln>
            <a:noFill/>
          </a:ln>
          <a:effectLst/>
          <a:scene3d>
            <a:camera prst="isometricOffAxis2Left">
              <a:rot lat="0" lon="0" rev="0"/>
            </a:camera>
            <a:lightRig rig="threePt" dir="t"/>
          </a:scene3d>
          <a:sp3d prstMaterial="warmMatte"/>
        </p:spPr>
      </p:pic>
      <p:pic>
        <p:nvPicPr>
          <p:cNvPr id="4" name="Picture2" descr="/home/niko/git/LionWeb/LionWeb-io/specification/resources/smB.sv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568325" y="1110615"/>
            <a:ext cx="5039995" cy="2527300"/>
          </a:xfrm>
          <a:prstGeom prst="rect">
            <a:avLst/>
          </a:prstGeom>
          <a:noFill/>
          <a:ln>
            <a:noFill/>
          </a:ln>
          <a:effectLst/>
          <a:scene3d>
            <a:camera prst="isometricOffAxis2Left">
              <a:rot lat="0" lon="0" rev="0"/>
            </a:camera>
            <a:lightRig rig="threePt" dir="t"/>
          </a:scene3d>
          <a:sp3d prstMaterial="warmMatte"/>
        </p:spPr>
      </p:pic>
      <p:sp>
        <p:nvSpPr>
          <p:cNvPr id="5" name="Textbox1"/>
          <p:cNvSpPr txBox="1"/>
          <p:nvPr/>
        </p:nvSpPr>
        <p:spPr>
          <a:xfrm>
            <a:off x="193675" y="2191385"/>
            <a:ext cx="374650" cy="365760"/>
          </a:xfrm>
          <a:prstGeom prst="rect">
            <a:avLst/>
          </a:prstGeom>
          <a:solidFill>
            <a:srgbClr val="FFCD1E"/>
          </a:solidFill>
          <a:ln>
            <a:noFill/>
          </a:ln>
          <a:effectLst/>
          <a:scene3d>
            <a:camera prst="isometricOffAxis2Left">
              <a:rot lat="0" lon="0" rev="0"/>
            </a:camera>
            <a:lightRig rig="threePt" dir="t"/>
          </a:scene3d>
          <a:sp3d prstMaterial="warmMatte"/>
        </p:spPr>
        <p:txBody>
          <a:bodyPr vert="horz" wrap="square" numCol="1" spcCol="215900" anchor="t">
            <a:spAutoFit/>
          </a:bodyPr>
          <a:lstStyle/>
          <a:p>
            <a:pPr>
              <a:defRPr cap="none">
                <a:latin typeface="Lato Bold" pitchFamily="1" charset="0"/>
                <a:ea typeface="Lato Bold" pitchFamily="1" charset="0"/>
                <a:cs typeface="Lato Bold" pitchFamily="1" charset="0"/>
              </a:defRPr>
            </a:pPr>
            <a:r>
              <a:t>A</a:t>
            </a:r>
          </a:p>
        </p:txBody>
      </p:sp>
      <p:sp>
        <p:nvSpPr>
          <p:cNvPr id="6" name="Textbox2"/>
          <p:cNvSpPr txBox="1"/>
          <p:nvPr/>
        </p:nvSpPr>
        <p:spPr>
          <a:xfrm>
            <a:off x="193675" y="5111115"/>
            <a:ext cx="374650" cy="365760"/>
          </a:xfrm>
          <a:prstGeom prst="rect">
            <a:avLst/>
          </a:prstGeom>
          <a:solidFill>
            <a:srgbClr val="C0C0FF"/>
          </a:solidFill>
          <a:ln>
            <a:noFill/>
          </a:ln>
          <a:effectLst/>
          <a:scene3d>
            <a:camera prst="isometricOffAxis2Left">
              <a:rot lat="0" lon="0" rev="0"/>
            </a:camera>
            <a:lightRig rig="threePt" dir="t"/>
          </a:scene3d>
          <a:sp3d prstMaterial="warmMatte"/>
        </p:spPr>
        <p:txBody>
          <a:bodyPr vert="horz" wrap="square" numCol="1" spcCol="215900" anchor="t">
            <a:spAutoFit/>
          </a:bodyPr>
          <a:lstStyle/>
          <a:p>
            <a:pPr>
              <a:defRPr cap="none">
                <a:latin typeface="Lato Bold" pitchFamily="1" charset="0"/>
                <a:ea typeface="Lato Bold" pitchFamily="1" charset="0"/>
                <a:cs typeface="Lato Bold" pitchFamily="1" charset="0"/>
              </a:defRPr>
            </a:pPr>
            <a:r>
              <a:t>B</a:t>
            </a:r>
          </a:p>
        </p:txBody>
      </p:sp>
      <p:sp>
        <p:nvSpPr>
          <p:cNvPr id="7" name="Textbox3"/>
          <p:cNvSpPr txBox="1"/>
          <p:nvPr/>
        </p:nvSpPr>
        <p:spPr>
          <a:xfrm>
            <a:off x="11629390" y="3651250"/>
            <a:ext cx="374650" cy="36576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  <a:scene3d>
            <a:camera prst="isometricOffAxis2Left">
              <a:rot lat="0" lon="0" rev="0"/>
            </a:camera>
            <a:lightRig rig="threePt" dir="t"/>
          </a:scene3d>
          <a:sp3d prstMaterial="warmMatte"/>
        </p:spPr>
        <p:txBody>
          <a:bodyPr vert="horz" wrap="square" numCol="1" spcCol="215900" anchor="t">
            <a:spAutoFit/>
          </a:bodyPr>
          <a:lstStyle/>
          <a:p>
            <a:pPr>
              <a:defRPr cap="none">
                <a:latin typeface="Lato Bold" pitchFamily="1" charset="0"/>
                <a:ea typeface="Lato Bold" pitchFamily="1" charset="0"/>
                <a:cs typeface="Lato Bold" pitchFamily="1" charset="0"/>
              </a:defRPr>
            </a:pPr>
            <a:r>
              <a:t>C</a:t>
            </a:r>
          </a:p>
        </p:txBody>
      </p:sp>
      <p:sp>
        <p:nvSpPr>
          <p:cNvPr id="8" name="Ellipse2"/>
          <p:cNvSpPr/>
          <p:nvPr/>
        </p:nvSpPr>
        <p:spPr>
          <a:xfrm>
            <a:off x="1496695" y="5790565"/>
            <a:ext cx="443230" cy="672465"/>
          </a:xfrm>
          <a:prstGeom prst="ellipse">
            <a:avLst/>
          </a:prstGeom>
          <a:noFill/>
          <a:ln w="38100" cap="flat" cmpd="sng" algn="ctr">
            <a:solidFill>
              <a:srgbClr val="E6752A"/>
            </a:solidFill>
            <a:prstDash val="solid"/>
            <a:headEnd type="none"/>
            <a:tailEnd type="none"/>
          </a:ln>
          <a:effectLst/>
          <a:scene3d>
            <a:camera prst="isometricOffAxis2Left">
              <a:rot lat="0" lon="0" rev="0"/>
            </a:camera>
            <a:lightRig rig="threePt" dir="t"/>
          </a:scene3d>
          <a:sp3d prstMaterial="warmMatte"/>
        </p:spPr>
      </p:sp>
      <p:sp>
        <p:nvSpPr>
          <p:cNvPr id="9" name="Ellipse1"/>
          <p:cNvSpPr/>
          <p:nvPr/>
        </p:nvSpPr>
        <p:spPr>
          <a:xfrm>
            <a:off x="1496695" y="2839085"/>
            <a:ext cx="443230" cy="672465"/>
          </a:xfrm>
          <a:prstGeom prst="ellipse">
            <a:avLst/>
          </a:prstGeom>
          <a:noFill/>
          <a:ln w="38100" cap="flat" cmpd="sng" algn="ctr">
            <a:solidFill>
              <a:srgbClr val="E6752A"/>
            </a:solidFill>
            <a:prstDash val="solid"/>
            <a:headEnd type="none"/>
            <a:tailEnd type="none"/>
          </a:ln>
          <a:effectLst/>
          <a:scene3d>
            <a:camera prst="isometricOffAxis2Left">
              <a:rot lat="0" lon="0" rev="0"/>
            </a:camera>
            <a:lightRig rig="threePt" dir="t"/>
          </a:scene3d>
          <a:sp3d prstMaterial="warmMatte"/>
        </p:spPr>
      </p:sp>
      <p:pic>
        <p:nvPicPr>
          <p:cNvPr id="10" name="Picture4" descr="/home/niko/git/LionWeb/LionWeb-io/specification/resources/smC.sv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  <a:colorize val="10" sat="100" blend="0">
              <a:clrTo>
                <a:srgbClr val="7F7F7F"/>
              </a:clrTo>
            </a:colorize>
          </a:blip>
          <a:stretch>
            <a:fillRect/>
          </a:stretch>
        </p:blipFill>
        <p:spPr>
          <a:xfrm>
            <a:off x="6508115" y="2570480"/>
            <a:ext cx="5039995" cy="2527300"/>
          </a:xfrm>
          <a:prstGeom prst="rect">
            <a:avLst/>
          </a:prstGeom>
          <a:noFill/>
          <a:ln>
            <a:noFill/>
          </a:ln>
          <a:effectLst/>
          <a:scene3d>
            <a:camera prst="isometricOffAxis2Left">
              <a:rot lat="0" lon="0" rev="0"/>
            </a:camera>
            <a:lightRig rig="threePt" dir="t"/>
          </a:scene3d>
          <a:sp3d prstMaterial="warmMatte"/>
        </p:spPr>
      </p:pic>
      <p:sp>
        <p:nvSpPr>
          <p:cNvPr id="11" name="Ellipse3"/>
          <p:cNvSpPr/>
          <p:nvPr/>
        </p:nvSpPr>
        <p:spPr>
          <a:xfrm>
            <a:off x="8903970" y="3032760"/>
            <a:ext cx="673100" cy="442595"/>
          </a:xfrm>
          <a:prstGeom prst="ellipse">
            <a:avLst/>
          </a:prstGeom>
          <a:noFill/>
          <a:ln w="38100" cap="flat" cmpd="sng" algn="ctr">
            <a:solidFill>
              <a:srgbClr val="E6752A"/>
            </a:solidFill>
            <a:prstDash val="solid"/>
            <a:headEnd type="none"/>
            <a:tailEnd type="none"/>
          </a:ln>
          <a:effectLst/>
          <a:scene3d>
            <a:camera prst="isometricOffAxis2Left">
              <a:rot lat="0" lon="0" rev="0"/>
            </a:camera>
            <a:lightRig rig="threePt" dir="t"/>
          </a:scene3d>
          <a:sp3d prstMaterial="warmMatte"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dvAuto="0"/>
      <p:bldP spid="6" grpId="0" animBg="1" advAuto="0"/>
      <p:bldP spid="7" grpId="0" animBg="1" advAuto="0"/>
      <p:bldP spid="8" grpId="0" animBg="1" advAuto="0"/>
      <p:bldP spid="11" grpId="0" animBg="1" advAuto="0"/>
    </p:bldLst>
    <p:extLst>
      <p:ext uri="smNativeData">
        <pr:smNativeData xmlns:pr="smNativeData" xmlns="smNativeData" val="ahKgagUAAAAFAAAA/f///wEAAAABAAAAAAAAAAAAAAAAAAAAAAAAAAcAAAD9////AQAAAAEAAAAAAAAAAAAAAAAAAAAAAAAACQAAAP3///8BAAAAAQAAAAAAAAAAAAAAAAAAAAAAAAALAAAA/f///wEAAAABAAAAAAAAAAAAAAAAAAAAAAAAAA0AAAD9////AQAAAAEAAAAAAAAAAAAAAAAAAAAAAAAA"/>
      </p:ext>
    </p:ext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</p:cNvSpPr>
          <p:nvPr>
            <p:ph type="title"/>
          </p:nvPr>
        </p:nvSpPr>
        <p:spPr>
          <a:xfrm>
            <a:off x="0" y="-635"/>
            <a:ext cx="12192000" cy="718185"/>
          </a:xfrm>
          <a:solidFill>
            <a:srgbClr val="E6752A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marL="914400" marR="0" indent="-914400" algn="ctr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b="1" cap="none"/>
            </a:pPr>
            <a:r>
              <a:t>Integration platform</a:t>
            </a:r>
          </a:p>
        </p:txBody>
      </p:sp>
      <p:sp>
        <p:nvSpPr>
          <p:cNvPr id="3" name="Rectangle1"/>
          <p:cNvSpPr/>
          <p:nvPr/>
        </p:nvSpPr>
        <p:spPr>
          <a:xfrm>
            <a:off x="1323975" y="4389755"/>
            <a:ext cx="9545320" cy="227965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>
            <a:normAutofit/>
          </a:bodyPr>
          <a:lstStyle/>
          <a:p>
            <a:pPr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Original</a:t>
            </a:r>
          </a:p>
          <a:p>
            <a:pPr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model</a:t>
            </a:r>
          </a:p>
        </p:txBody>
      </p:sp>
      <p:sp>
        <p:nvSpPr>
          <p:cNvPr id="4" name="AutoShape1"/>
          <p:cNvSpPr/>
          <p:nvPr/>
        </p:nvSpPr>
        <p:spPr>
          <a:xfrm>
            <a:off x="3042920" y="5238750"/>
            <a:ext cx="2016125" cy="517525"/>
          </a:xfrm>
          <a:prstGeom prst="roundRect">
            <a:avLst>
              <a:gd name="adj" fmla="val 16662"/>
            </a:avLst>
          </a:prstGeom>
          <a:solidFill>
            <a:srgbClr val="92D050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36195" tIns="36195" rIns="36195" bIns="36195" numCol="1" spcCol="215900" anchor="ctr"/>
          <a:lstStyle/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«</a:t>
            </a:r>
            <a:r>
              <a:t>C.StateMachine»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MySM</a:t>
            </a:r>
          </a:p>
        </p:txBody>
      </p:sp>
      <p:sp>
        <p:nvSpPr>
          <p:cNvPr id="5" name="AutoShape2"/>
          <p:cNvSpPr/>
          <p:nvPr/>
        </p:nvSpPr>
        <p:spPr>
          <a:xfrm>
            <a:off x="5977890" y="4638675"/>
            <a:ext cx="1628775" cy="517525"/>
          </a:xfrm>
          <a:prstGeom prst="roundRect">
            <a:avLst>
              <a:gd name="adj" fmla="val 16662"/>
            </a:avLst>
          </a:prstGeom>
          <a:solidFill>
            <a:srgbClr val="92D050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36195" tIns="36195" rIns="36195" bIns="36195" numCol="1" spcCol="215900" anchor="ctr"/>
          <a:lstStyle/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«</a:t>
            </a:r>
            <a:r>
              <a:t>C.State»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started</a:t>
            </a:r>
          </a:p>
        </p:txBody>
      </p:sp>
      <p:cxnSp>
        <p:nvCxnSpPr>
          <p:cNvPr id="6" name="Connector2"/>
          <p:cNvCxnSpPr>
            <a:stCxn id="5" idx="1"/>
          </p:cNvCxnSpPr>
          <p:nvPr/>
        </p:nvCxnSpPr>
        <p:spPr>
          <a:xfrm rot="5400000">
            <a:off x="5293360" y="4720590"/>
            <a:ext cx="507365" cy="861695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diamond" w="lg" len="lg"/>
          </a:ln>
          <a:effectLst/>
        </p:spPr>
      </p:cxnSp>
      <p:sp>
        <p:nvSpPr>
          <p:cNvPr id="7" name="AutoShape3"/>
          <p:cNvSpPr/>
          <p:nvPr/>
        </p:nvSpPr>
        <p:spPr>
          <a:xfrm>
            <a:off x="8122285" y="6014720"/>
            <a:ext cx="2654300" cy="517525"/>
          </a:xfrm>
          <a:prstGeom prst="roundRect">
            <a:avLst>
              <a:gd name="adj" fmla="val 16662"/>
            </a:avLst>
          </a:prstGeom>
          <a:solidFill>
            <a:srgbClr val="FFCD1E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36195" tIns="36195" rIns="36195" bIns="36195" numCol="1" spcCol="215900" anchor="ctr"/>
          <a:lstStyle/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«</a:t>
            </a:r>
            <a:r>
              <a:t>A.IncomingAnnotation»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position=0</a:t>
            </a:r>
          </a:p>
        </p:txBody>
      </p:sp>
      <p:cxnSp>
        <p:nvCxnSpPr>
          <p:cNvPr id="8" name="Connector3"/>
          <p:cNvCxnSpPr>
            <a:stCxn id="7" idx="0"/>
          </p:cNvCxnSpPr>
          <p:nvPr/>
        </p:nvCxnSpPr>
        <p:spPr>
          <a:xfrm rot="16200000">
            <a:off x="9298940" y="5794375"/>
            <a:ext cx="370840" cy="69850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diamond" w="lg" len="lg"/>
          </a:ln>
          <a:effectLst/>
        </p:spPr>
      </p:cxnSp>
      <p:cxnSp>
        <p:nvCxnSpPr>
          <p:cNvPr id="9" name="Connector4"/>
          <p:cNvCxnSpPr>
            <a:stCxn id="5" idx="2"/>
            <a:endCxn id="19" idx="0"/>
          </p:cNvCxnSpPr>
          <p:nvPr/>
        </p:nvCxnSpPr>
        <p:spPr>
          <a:xfrm rot="16200000" flipH="1">
            <a:off x="6668135" y="5280660"/>
            <a:ext cx="248920" cy="12700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arrow" w="lg" len="lg"/>
          </a:ln>
          <a:effectLst/>
        </p:spPr>
      </p:cxnSp>
      <p:sp>
        <p:nvSpPr>
          <p:cNvPr id="10" name="Textbox1"/>
          <p:cNvSpPr txBox="1"/>
          <p:nvPr/>
        </p:nvSpPr>
        <p:spPr>
          <a:xfrm>
            <a:off x="6831330" y="5095240"/>
            <a:ext cx="1137285" cy="370840"/>
          </a:xfrm>
          <a:prstGeom prst="rect">
            <a:avLst/>
          </a:prstGeom>
          <a:noFill/>
          <a:ln>
            <a:noFill/>
          </a:ln>
          <a:effectLst/>
          <a:scene3d>
            <a:camera prst="isometricOffAxis2Left">
              <a:rot lat="0" lon="0" rev="0"/>
            </a:camera>
            <a:lightRig rig="threePt" dir="t"/>
          </a:scene3d>
          <a:sp3d prstMaterial="warmMatte"/>
        </p:spPr>
        <p:txBody>
          <a:bodyPr vert="horz" wrap="square" numCol="1" spcCol="215900" anchor="t"/>
          <a:lstStyle/>
          <a:p>
            <a:pPr/>
            <a:r>
              <a:t>outgoing</a:t>
            </a:r>
          </a:p>
        </p:txBody>
      </p:sp>
      <p:cxnSp>
        <p:nvCxnSpPr>
          <p:cNvPr id="11" name="Connector5"/>
          <p:cNvCxnSpPr/>
          <p:nvPr/>
        </p:nvCxnSpPr>
        <p:spPr>
          <a:xfrm rot="5400000" flipH="1">
            <a:off x="5462905" y="5173345"/>
            <a:ext cx="133350" cy="833755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diamond" w="lg" len="lg"/>
          </a:ln>
          <a:effectLst/>
        </p:spPr>
      </p:cxnSp>
      <p:sp>
        <p:nvSpPr>
          <p:cNvPr id="12" name="Textbox2"/>
          <p:cNvSpPr txBox="1"/>
          <p:nvPr/>
        </p:nvSpPr>
        <p:spPr>
          <a:xfrm>
            <a:off x="1418590" y="4459605"/>
            <a:ext cx="374650" cy="36576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  <a:scene3d>
            <a:camera prst="isometricOffAxis2Left">
              <a:rot lat="0" lon="0" rev="0"/>
            </a:camera>
            <a:lightRig rig="threePt" dir="t"/>
          </a:scene3d>
          <a:sp3d prstMaterial="warmMatte"/>
        </p:spPr>
        <p:txBody>
          <a:bodyPr vert="horz" wrap="square" numCol="1" spcCol="215900" anchor="t">
            <a:normAutofit/>
          </a:bodyPr>
          <a:lstStyle/>
          <a:p>
            <a:pPr>
              <a:defRPr cap="none">
                <a:latin typeface="Lato Bold" pitchFamily="1" charset="0"/>
                <a:ea typeface="Lato Bold" pitchFamily="1" charset="0"/>
                <a:cs typeface="Lato Bold" pitchFamily="1" charset="0"/>
              </a:defRPr>
            </a:pPr>
            <a:r>
              <a:t>C</a:t>
            </a:r>
          </a:p>
        </p:txBody>
      </p:sp>
      <p:sp>
        <p:nvSpPr>
          <p:cNvPr id="13" name="Rectangle2"/>
          <p:cNvSpPr/>
          <p:nvPr/>
        </p:nvSpPr>
        <p:spPr>
          <a:xfrm>
            <a:off x="1323975" y="2686050"/>
            <a:ext cx="9543415" cy="158242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Derived</a:t>
            </a:r>
            <a:br/>
            <a:r>
              <a:t>model</a:t>
            </a:r>
          </a:p>
        </p:txBody>
      </p:sp>
      <p:sp>
        <p:nvSpPr>
          <p:cNvPr id="14" name="Rectangle3"/>
          <p:cNvSpPr/>
          <p:nvPr/>
        </p:nvSpPr>
        <p:spPr>
          <a:xfrm>
            <a:off x="1323975" y="986790"/>
            <a:ext cx="9543415" cy="158242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Derived</a:t>
            </a:r>
            <a:br/>
            <a:r>
              <a:t>model</a:t>
            </a:r>
          </a:p>
        </p:txBody>
      </p:sp>
      <p:sp>
        <p:nvSpPr>
          <p:cNvPr id="15" name="Textbox3"/>
          <p:cNvSpPr txBox="1"/>
          <p:nvPr/>
        </p:nvSpPr>
        <p:spPr>
          <a:xfrm>
            <a:off x="1418590" y="2753995"/>
            <a:ext cx="374650" cy="365760"/>
          </a:xfrm>
          <a:prstGeom prst="rect">
            <a:avLst/>
          </a:prstGeom>
          <a:solidFill>
            <a:srgbClr val="FFCD1E"/>
          </a:solidFill>
          <a:ln>
            <a:noFill/>
          </a:ln>
          <a:effectLst/>
          <a:scene3d>
            <a:camera prst="isometricOffAxis2Left">
              <a:rot lat="0" lon="0" rev="0"/>
            </a:camera>
            <a:lightRig rig="threePt" dir="t"/>
          </a:scene3d>
          <a:sp3d prstMaterial="warmMatte"/>
        </p:spPr>
        <p:txBody>
          <a:bodyPr vert="horz" wrap="square" numCol="1" spcCol="215900" anchor="t">
            <a:normAutofit/>
          </a:bodyPr>
          <a:lstStyle/>
          <a:p>
            <a:pPr>
              <a:defRPr cap="none">
                <a:latin typeface="Lato Bold" pitchFamily="1" charset="0"/>
                <a:ea typeface="Lato Bold" pitchFamily="1" charset="0"/>
                <a:cs typeface="Lato Bold" pitchFamily="1" charset="0"/>
              </a:defRPr>
            </a:pPr>
            <a:r>
              <a:t>A</a:t>
            </a:r>
          </a:p>
        </p:txBody>
      </p:sp>
      <p:sp>
        <p:nvSpPr>
          <p:cNvPr id="16" name="Textbox4"/>
          <p:cNvSpPr txBox="1"/>
          <p:nvPr/>
        </p:nvSpPr>
        <p:spPr>
          <a:xfrm>
            <a:off x="1418590" y="1099185"/>
            <a:ext cx="374650" cy="365760"/>
          </a:xfrm>
          <a:prstGeom prst="rect">
            <a:avLst/>
          </a:prstGeom>
          <a:solidFill>
            <a:srgbClr val="C0C0FF"/>
          </a:solidFill>
          <a:ln>
            <a:noFill/>
          </a:ln>
          <a:effectLst/>
          <a:scene3d>
            <a:camera prst="isometricOffAxis2Left">
              <a:rot lat="0" lon="0" rev="0"/>
            </a:camera>
            <a:lightRig rig="threePt" dir="t"/>
          </a:scene3d>
          <a:sp3d prstMaterial="warmMatte"/>
        </p:spPr>
        <p:txBody>
          <a:bodyPr vert="horz" wrap="square" numCol="1" spcCol="215900" anchor="t">
            <a:spAutoFit/>
          </a:bodyPr>
          <a:lstStyle/>
          <a:p>
            <a:pPr>
              <a:defRPr cap="none">
                <a:latin typeface="Lato Bold" pitchFamily="1" charset="0"/>
                <a:ea typeface="Lato Bold" pitchFamily="1" charset="0"/>
                <a:cs typeface="Lato Bold" pitchFamily="1" charset="0"/>
              </a:defRPr>
            </a:pPr>
            <a:r>
              <a:t>B</a:t>
            </a:r>
          </a:p>
        </p:txBody>
      </p:sp>
      <p:sp>
        <p:nvSpPr>
          <p:cNvPr id="17" name="AutoShape8"/>
          <p:cNvSpPr/>
          <p:nvPr/>
        </p:nvSpPr>
        <p:spPr>
          <a:xfrm>
            <a:off x="7846060" y="5405120"/>
            <a:ext cx="1628775" cy="517525"/>
          </a:xfrm>
          <a:prstGeom prst="roundRect">
            <a:avLst>
              <a:gd name="adj" fmla="val 16662"/>
            </a:avLst>
          </a:prstGeom>
          <a:solidFill>
            <a:srgbClr val="92D050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36195" tIns="36195" rIns="36195" bIns="36195" numCol="1" spcCol="215900" anchor="ctr"/>
          <a:lstStyle/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«</a:t>
            </a:r>
            <a:r>
              <a:t>C.Transition»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begin</a:t>
            </a:r>
          </a:p>
        </p:txBody>
      </p:sp>
      <p:cxnSp>
        <p:nvCxnSpPr>
          <p:cNvPr id="18" name="Connector7"/>
          <p:cNvCxnSpPr>
            <a:stCxn id="17" idx="1"/>
          </p:cNvCxnSpPr>
          <p:nvPr/>
        </p:nvCxnSpPr>
        <p:spPr>
          <a:xfrm rot="5400000" flipH="1">
            <a:off x="6410960" y="4229100"/>
            <a:ext cx="137160" cy="2733040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diamond" w="lg" len="lg"/>
          </a:ln>
          <a:effectLst/>
        </p:spPr>
      </p:cxnSp>
      <p:sp>
        <p:nvSpPr>
          <p:cNvPr id="19" name="AutoShape4"/>
          <p:cNvSpPr/>
          <p:nvPr/>
        </p:nvSpPr>
        <p:spPr>
          <a:xfrm>
            <a:off x="5977890" y="5405120"/>
            <a:ext cx="1628775" cy="517525"/>
          </a:xfrm>
          <a:prstGeom prst="roundRect">
            <a:avLst>
              <a:gd name="adj" fmla="val 16662"/>
            </a:avLst>
          </a:prstGeom>
          <a:solidFill>
            <a:srgbClr val="92D050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36195" tIns="36195" rIns="36195" bIns="36195" numCol="1" spcCol="215900" anchor="ctr"/>
          <a:lstStyle/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«</a:t>
            </a:r>
            <a:r>
              <a:t>C.Transition»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deactivate</a:t>
            </a:r>
          </a:p>
        </p:txBody>
      </p:sp>
      <p:cxnSp>
        <p:nvCxnSpPr>
          <p:cNvPr id="20" name="Connector10"/>
          <p:cNvCxnSpPr>
            <a:stCxn id="5" idx="3"/>
            <a:endCxn id="17" idx="0"/>
          </p:cNvCxnSpPr>
          <p:nvPr/>
        </p:nvCxnSpPr>
        <p:spPr>
          <a:xfrm rot="16200000" flipH="1">
            <a:off x="7879715" y="4624705"/>
            <a:ext cx="507365" cy="1054100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arrow" w="lg" len="lg"/>
          </a:ln>
          <a:effectLst/>
        </p:spPr>
      </p:cxnSp>
      <p:sp>
        <p:nvSpPr>
          <p:cNvPr id="21" name="Textbox6"/>
          <p:cNvSpPr txBox="1"/>
          <p:nvPr/>
        </p:nvSpPr>
        <p:spPr>
          <a:xfrm>
            <a:off x="8057515" y="4825365"/>
            <a:ext cx="1137285" cy="370840"/>
          </a:xfrm>
          <a:prstGeom prst="rect">
            <a:avLst/>
          </a:prstGeom>
          <a:noFill/>
          <a:ln>
            <a:noFill/>
          </a:ln>
          <a:effectLst/>
          <a:scene3d>
            <a:camera prst="isometricOffAxis2Left">
              <a:rot lat="0" lon="0" rev="0"/>
            </a:camera>
            <a:lightRig rig="threePt" dir="t"/>
          </a:scene3d>
          <a:sp3d prstMaterial="warmMatte"/>
        </p:spPr>
        <p:txBody>
          <a:bodyPr vert="horz" wrap="square" numCol="1" spcCol="215900" anchor="t"/>
          <a:lstStyle/>
          <a:p>
            <a:pPr/>
            <a:r>
              <a:t>incoming</a:t>
            </a:r>
          </a:p>
        </p:txBody>
      </p:sp>
      <p:sp>
        <p:nvSpPr>
          <p:cNvPr id="22" name="AutoShape5"/>
          <p:cNvSpPr/>
          <p:nvPr/>
        </p:nvSpPr>
        <p:spPr>
          <a:xfrm>
            <a:off x="3042920" y="3427095"/>
            <a:ext cx="2016125" cy="517525"/>
          </a:xfrm>
          <a:prstGeom prst="roundRect">
            <a:avLst>
              <a:gd name="adj" fmla="val 16662"/>
            </a:avLst>
          </a:prstGeom>
          <a:solidFill>
            <a:srgbClr val="FFCD1E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36195" tIns="36195" rIns="36195" bIns="36195" numCol="1" spcCol="215900" anchor="ctr"/>
          <a:lstStyle/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«</a:t>
            </a:r>
            <a:r>
              <a:t>A.StateMachine»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MySM</a:t>
            </a:r>
          </a:p>
        </p:txBody>
      </p:sp>
      <p:sp>
        <p:nvSpPr>
          <p:cNvPr id="23" name="AutoShape6"/>
          <p:cNvSpPr/>
          <p:nvPr/>
        </p:nvSpPr>
        <p:spPr>
          <a:xfrm>
            <a:off x="5977890" y="2827020"/>
            <a:ext cx="1628775" cy="517525"/>
          </a:xfrm>
          <a:prstGeom prst="roundRect">
            <a:avLst>
              <a:gd name="adj" fmla="val 16662"/>
            </a:avLst>
          </a:prstGeom>
          <a:solidFill>
            <a:srgbClr val="FFCD1E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36195" tIns="36195" rIns="36195" bIns="36195" numCol="1" spcCol="215900" anchor="ctr"/>
          <a:lstStyle/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«</a:t>
            </a:r>
            <a:r>
              <a:t>A.State»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started</a:t>
            </a:r>
          </a:p>
        </p:txBody>
      </p:sp>
      <p:cxnSp>
        <p:nvCxnSpPr>
          <p:cNvPr id="24" name="Connector6"/>
          <p:cNvCxnSpPr>
            <a:stCxn id="23" idx="1"/>
          </p:cNvCxnSpPr>
          <p:nvPr/>
        </p:nvCxnSpPr>
        <p:spPr>
          <a:xfrm rot="5400000">
            <a:off x="5293360" y="2908935"/>
            <a:ext cx="507365" cy="861695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diamond" w="lg" len="lg"/>
          </a:ln>
          <a:effectLst/>
        </p:spPr>
      </p:cxnSp>
      <p:cxnSp>
        <p:nvCxnSpPr>
          <p:cNvPr id="25" name="Connector8"/>
          <p:cNvCxnSpPr>
            <a:stCxn id="23" idx="2"/>
            <a:endCxn id="28" idx="0"/>
          </p:cNvCxnSpPr>
          <p:nvPr/>
        </p:nvCxnSpPr>
        <p:spPr>
          <a:xfrm rot="16200000" flipH="1">
            <a:off x="6668135" y="3469005"/>
            <a:ext cx="248920" cy="12700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arrow" w="lg" len="lg"/>
          </a:ln>
          <a:effectLst/>
        </p:spPr>
      </p:cxnSp>
      <p:sp>
        <p:nvSpPr>
          <p:cNvPr id="26" name="Textbox5"/>
          <p:cNvSpPr txBox="1"/>
          <p:nvPr/>
        </p:nvSpPr>
        <p:spPr>
          <a:xfrm>
            <a:off x="6831330" y="3283585"/>
            <a:ext cx="1137285" cy="370840"/>
          </a:xfrm>
          <a:prstGeom prst="rect">
            <a:avLst/>
          </a:prstGeom>
          <a:noFill/>
          <a:ln>
            <a:noFill/>
          </a:ln>
          <a:effectLst/>
          <a:scene3d>
            <a:camera prst="isometricOffAxis2Left">
              <a:rot lat="0" lon="0" rev="0"/>
            </a:camera>
            <a:lightRig rig="threePt" dir="t"/>
          </a:scene3d>
          <a:sp3d prstMaterial="warmMatte"/>
        </p:spPr>
        <p:txBody>
          <a:bodyPr vert="horz" wrap="square" numCol="1" spcCol="215900" anchor="t"/>
          <a:lstStyle/>
          <a:p>
            <a:pPr/>
            <a:r>
              <a:t>outgoing</a:t>
            </a:r>
          </a:p>
        </p:txBody>
      </p:sp>
      <p:sp>
        <p:nvSpPr>
          <p:cNvPr id="27" name="AutoShape7"/>
          <p:cNvSpPr/>
          <p:nvPr/>
        </p:nvSpPr>
        <p:spPr>
          <a:xfrm>
            <a:off x="7846060" y="3593465"/>
            <a:ext cx="1628775" cy="517525"/>
          </a:xfrm>
          <a:prstGeom prst="roundRect">
            <a:avLst>
              <a:gd name="adj" fmla="val 16662"/>
            </a:avLst>
          </a:prstGeom>
          <a:solidFill>
            <a:srgbClr val="FFCD1E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36195" tIns="36195" rIns="36195" bIns="36195" numCol="1" spcCol="215900" anchor="ctr"/>
          <a:lstStyle/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«</a:t>
            </a:r>
            <a:r>
              <a:t>A.Transition»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begin</a:t>
            </a:r>
          </a:p>
        </p:txBody>
      </p:sp>
      <p:sp>
        <p:nvSpPr>
          <p:cNvPr id="28" name="AutoShape9"/>
          <p:cNvSpPr/>
          <p:nvPr/>
        </p:nvSpPr>
        <p:spPr>
          <a:xfrm>
            <a:off x="5977890" y="3593465"/>
            <a:ext cx="1628775" cy="517525"/>
          </a:xfrm>
          <a:prstGeom prst="roundRect">
            <a:avLst>
              <a:gd name="adj" fmla="val 16662"/>
            </a:avLst>
          </a:prstGeom>
          <a:solidFill>
            <a:srgbClr val="FFCD1E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36195" tIns="36195" rIns="36195" bIns="36195" numCol="1" spcCol="215900" anchor="ctr"/>
          <a:lstStyle/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«</a:t>
            </a:r>
            <a:r>
              <a:t>A.Transition»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deactivate</a:t>
            </a:r>
          </a:p>
        </p:txBody>
      </p:sp>
      <p:cxnSp>
        <p:nvCxnSpPr>
          <p:cNvPr id="29" name="Connector12"/>
          <p:cNvCxnSpPr>
            <a:endCxn id="27" idx="0"/>
          </p:cNvCxnSpPr>
          <p:nvPr/>
        </p:nvCxnSpPr>
        <p:spPr>
          <a:xfrm rot="16200000" flipH="1">
            <a:off x="7901940" y="2834640"/>
            <a:ext cx="529590" cy="988060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diamond" w="lg" len="lg"/>
            <a:tailEnd type="none"/>
          </a:ln>
          <a:effectLst/>
        </p:spPr>
      </p:cxnSp>
      <p:sp>
        <p:nvSpPr>
          <p:cNvPr id="30" name="Textbox7"/>
          <p:cNvSpPr txBox="1"/>
          <p:nvPr/>
        </p:nvSpPr>
        <p:spPr>
          <a:xfrm>
            <a:off x="8057515" y="3013710"/>
            <a:ext cx="1137285" cy="370840"/>
          </a:xfrm>
          <a:prstGeom prst="rect">
            <a:avLst/>
          </a:prstGeom>
          <a:noFill/>
          <a:ln>
            <a:noFill/>
          </a:ln>
          <a:effectLst/>
          <a:scene3d>
            <a:camera prst="isometricOffAxis2Left">
              <a:rot lat="0" lon="0" rev="0"/>
            </a:camera>
            <a:lightRig rig="threePt" dir="t"/>
          </a:scene3d>
          <a:sp3d prstMaterial="warmMatte"/>
        </p:spPr>
        <p:txBody>
          <a:bodyPr vert="horz" wrap="square" numCol="1" spcCol="215900" anchor="t"/>
          <a:lstStyle/>
          <a:p>
            <a:pPr/>
            <a:r>
              <a:t>incoming</a:t>
            </a:r>
          </a:p>
        </p:txBody>
      </p:sp>
      <p:cxnSp>
        <p:nvCxnSpPr>
          <p:cNvPr id="31" name="Connector1"/>
          <p:cNvCxnSpPr>
            <a:stCxn id="4" idx="0"/>
            <a:endCxn id="22" idx="2"/>
          </p:cNvCxnSpPr>
          <p:nvPr/>
        </p:nvCxnSpPr>
        <p:spPr>
          <a:xfrm rot="16200000">
            <a:off x="3404235" y="4591685"/>
            <a:ext cx="1294130" cy="12700"/>
          </a:xfrm>
          <a:prstGeom prst="straightConnector1">
            <a:avLst/>
          </a:prstGeom>
          <a:noFill/>
          <a:ln w="38100" cap="flat" cmpd="sng" algn="ctr">
            <a:solidFill>
              <a:srgbClr val="ED7D31"/>
            </a:solidFill>
            <a:prstDash val="solid"/>
            <a:headEnd type="none"/>
            <a:tailEnd type="none"/>
          </a:ln>
          <a:effectLst/>
        </p:spPr>
      </p:cxnSp>
      <p:sp>
        <p:nvSpPr>
          <p:cNvPr id="32" name="AutoShape10"/>
          <p:cNvSpPr/>
          <p:nvPr/>
        </p:nvSpPr>
        <p:spPr>
          <a:xfrm>
            <a:off x="3042920" y="1736090"/>
            <a:ext cx="2016125" cy="517525"/>
          </a:xfrm>
          <a:prstGeom prst="roundRect">
            <a:avLst>
              <a:gd name="adj" fmla="val 16662"/>
            </a:avLst>
          </a:prstGeom>
          <a:solidFill>
            <a:srgbClr val="C0C0FF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36195" tIns="36195" rIns="36195" bIns="36195" numCol="1" spcCol="215900" anchor="ctr"/>
          <a:lstStyle/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«</a:t>
            </a:r>
            <a:r>
              <a:t>B.StateMachine»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MySM</a:t>
            </a:r>
          </a:p>
        </p:txBody>
      </p:sp>
      <p:sp>
        <p:nvSpPr>
          <p:cNvPr id="33" name="AutoShape11"/>
          <p:cNvSpPr/>
          <p:nvPr/>
        </p:nvSpPr>
        <p:spPr>
          <a:xfrm>
            <a:off x="5977890" y="1136015"/>
            <a:ext cx="1628775" cy="517525"/>
          </a:xfrm>
          <a:prstGeom prst="roundRect">
            <a:avLst>
              <a:gd name="adj" fmla="val 16662"/>
            </a:avLst>
          </a:prstGeom>
          <a:solidFill>
            <a:srgbClr val="C0C0FF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36195" tIns="36195" rIns="36195" bIns="36195" numCol="1" spcCol="215900" anchor="ctr"/>
          <a:lstStyle/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«</a:t>
            </a:r>
            <a:r>
              <a:t>B.State»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started</a:t>
            </a:r>
          </a:p>
        </p:txBody>
      </p:sp>
      <p:cxnSp>
        <p:nvCxnSpPr>
          <p:cNvPr id="34" name="Connector9"/>
          <p:cNvCxnSpPr>
            <a:stCxn id="33" idx="1"/>
          </p:cNvCxnSpPr>
          <p:nvPr/>
        </p:nvCxnSpPr>
        <p:spPr>
          <a:xfrm rot="5400000">
            <a:off x="5293360" y="1217930"/>
            <a:ext cx="507365" cy="861695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diamond" w="lg" len="lg"/>
          </a:ln>
          <a:effectLst/>
        </p:spPr>
      </p:cxnSp>
      <p:cxnSp>
        <p:nvCxnSpPr>
          <p:cNvPr id="35" name="Connector11"/>
          <p:cNvCxnSpPr>
            <a:endCxn id="38" idx="0"/>
          </p:cNvCxnSpPr>
          <p:nvPr/>
        </p:nvCxnSpPr>
        <p:spPr>
          <a:xfrm rot="5400000">
            <a:off x="6690360" y="1798955"/>
            <a:ext cx="205740" cy="635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diamond" w="lg" len="lg"/>
            <a:tailEnd type="none"/>
          </a:ln>
          <a:effectLst/>
        </p:spPr>
      </p:cxnSp>
      <p:sp>
        <p:nvSpPr>
          <p:cNvPr id="36" name="Textbox8"/>
          <p:cNvSpPr txBox="1"/>
          <p:nvPr/>
        </p:nvSpPr>
        <p:spPr>
          <a:xfrm>
            <a:off x="6831330" y="1592580"/>
            <a:ext cx="1137285" cy="370840"/>
          </a:xfrm>
          <a:prstGeom prst="rect">
            <a:avLst/>
          </a:prstGeom>
          <a:noFill/>
          <a:ln>
            <a:noFill/>
          </a:ln>
          <a:effectLst/>
          <a:scene3d>
            <a:camera prst="isometricOffAxis2Left">
              <a:rot lat="0" lon="0" rev="0"/>
            </a:camera>
            <a:lightRig rig="threePt" dir="t"/>
          </a:scene3d>
          <a:sp3d prstMaterial="warmMatte"/>
        </p:spPr>
        <p:txBody>
          <a:bodyPr vert="horz" wrap="square" numCol="1" spcCol="215900" anchor="t">
            <a:normAutofit/>
          </a:bodyPr>
          <a:lstStyle/>
          <a:p>
            <a:pPr/>
            <a:r>
              <a:t>outgoing</a:t>
            </a:r>
          </a:p>
        </p:txBody>
      </p:sp>
      <p:sp>
        <p:nvSpPr>
          <p:cNvPr id="37" name="AutoShape12"/>
          <p:cNvSpPr/>
          <p:nvPr/>
        </p:nvSpPr>
        <p:spPr>
          <a:xfrm>
            <a:off x="7846060" y="1902460"/>
            <a:ext cx="1628775" cy="517525"/>
          </a:xfrm>
          <a:prstGeom prst="roundRect">
            <a:avLst>
              <a:gd name="adj" fmla="val 16662"/>
            </a:avLst>
          </a:prstGeom>
          <a:solidFill>
            <a:srgbClr val="C0C0FF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36195" tIns="36195" rIns="36195" bIns="36195" numCol="1" spcCol="215900" anchor="ctr">
            <a:normAutofit/>
          </a:bodyPr>
          <a:lstStyle/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«</a:t>
            </a:r>
            <a:r>
              <a:t>B.Transition»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begin</a:t>
            </a:r>
          </a:p>
        </p:txBody>
      </p:sp>
      <p:sp>
        <p:nvSpPr>
          <p:cNvPr id="38" name="AutoShape13"/>
          <p:cNvSpPr/>
          <p:nvPr/>
        </p:nvSpPr>
        <p:spPr>
          <a:xfrm>
            <a:off x="5977890" y="1902460"/>
            <a:ext cx="1628775" cy="517525"/>
          </a:xfrm>
          <a:prstGeom prst="roundRect">
            <a:avLst>
              <a:gd name="adj" fmla="val 16662"/>
            </a:avLst>
          </a:prstGeom>
          <a:solidFill>
            <a:srgbClr val="C0C0FF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36195" tIns="36195" rIns="36195" bIns="36195" numCol="1" spcCol="215900" anchor="ctr">
            <a:normAutofit/>
          </a:bodyPr>
          <a:lstStyle/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«</a:t>
            </a:r>
            <a:r>
              <a:t>B.Transition»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deactivate</a:t>
            </a:r>
          </a:p>
        </p:txBody>
      </p:sp>
      <p:cxnSp>
        <p:nvCxnSpPr>
          <p:cNvPr id="39" name="Connector13"/>
          <p:cNvCxnSpPr>
            <a:stCxn id="33" idx="3"/>
            <a:endCxn id="37" idx="0"/>
          </p:cNvCxnSpPr>
          <p:nvPr/>
        </p:nvCxnSpPr>
        <p:spPr>
          <a:xfrm rot="16200000" flipH="1">
            <a:off x="7879715" y="1122045"/>
            <a:ext cx="507365" cy="1054100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arrow" w="lg" len="lg"/>
          </a:ln>
          <a:effectLst/>
        </p:spPr>
      </p:cxnSp>
      <p:sp>
        <p:nvSpPr>
          <p:cNvPr id="40" name="Textbox9"/>
          <p:cNvSpPr txBox="1"/>
          <p:nvPr/>
        </p:nvSpPr>
        <p:spPr>
          <a:xfrm>
            <a:off x="8057515" y="1322705"/>
            <a:ext cx="1137285" cy="370840"/>
          </a:xfrm>
          <a:prstGeom prst="rect">
            <a:avLst/>
          </a:prstGeom>
          <a:noFill/>
          <a:ln>
            <a:noFill/>
          </a:ln>
          <a:effectLst/>
          <a:scene3d>
            <a:camera prst="isometricOffAxis2Left">
              <a:rot lat="0" lon="0" rev="0"/>
            </a:camera>
            <a:lightRig rig="threePt" dir="t"/>
          </a:scene3d>
          <a:sp3d prstMaterial="warmMatte"/>
        </p:spPr>
        <p:txBody>
          <a:bodyPr vert="horz" wrap="square" numCol="1" spcCol="215900" anchor="t"/>
          <a:lstStyle/>
          <a:p>
            <a:pPr/>
            <a:r>
              <a:t>incoming</a:t>
            </a:r>
          </a:p>
        </p:txBody>
      </p:sp>
      <p:sp>
        <p:nvSpPr>
          <p:cNvPr id="41" name="AutoShape14"/>
          <p:cNvSpPr/>
          <p:nvPr/>
        </p:nvSpPr>
        <p:spPr>
          <a:xfrm>
            <a:off x="4434840" y="6014720"/>
            <a:ext cx="2654300" cy="517525"/>
          </a:xfrm>
          <a:prstGeom prst="roundRect">
            <a:avLst>
              <a:gd name="adj" fmla="val 16662"/>
            </a:avLst>
          </a:prstGeom>
          <a:solidFill>
            <a:srgbClr val="C0C0FF"/>
          </a:solidFill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  <a:effectLst/>
        </p:spPr>
        <p:txBody>
          <a:bodyPr vert="horz" wrap="square" lIns="36195" tIns="36195" rIns="36195" bIns="36195" numCol="1" spcCol="215900" anchor="ctr"/>
          <a:lstStyle/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800"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«</a:t>
            </a:r>
            <a:r>
              <a:t>B.DiagramAnnotation»</a:t>
            </a:r>
          </a:p>
          <a:p>
            <a:pPr algn="ctr" defTabSz="9144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800" cap="none">
                <a:latin typeface="Lato" pitchFamily="1" charset="0"/>
                <a:ea typeface="Lato" pitchFamily="1" charset="0"/>
                <a:cs typeface="Lato" pitchFamily="1" charset="0"/>
              </a:defRPr>
            </a:pPr>
            <a:r>
              <a:t>xpos=23, </a:t>
            </a:r>
            <a:r>
              <a:t>ypos=42</a:t>
            </a:r>
          </a:p>
        </p:txBody>
      </p:sp>
      <p:cxnSp>
        <p:nvCxnSpPr>
          <p:cNvPr id="42" name="Connector14"/>
          <p:cNvCxnSpPr>
            <a:stCxn id="41" idx="0"/>
          </p:cNvCxnSpPr>
          <p:nvPr/>
        </p:nvCxnSpPr>
        <p:spPr>
          <a:xfrm rot="16200000">
            <a:off x="5737860" y="5809615"/>
            <a:ext cx="229235" cy="180975"/>
          </a:xfrm>
          <a:prstGeom prst="straightConnector1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diamond" w="lg" len="lg"/>
          </a:ln>
          <a:effectLst/>
        </p:spPr>
      </p:cxnSp>
      <p:cxnSp>
        <p:nvCxnSpPr>
          <p:cNvPr id="43" name="Connector15"/>
          <p:cNvCxnSpPr>
            <a:stCxn id="4" idx="0"/>
            <a:endCxn id="32" idx="2"/>
          </p:cNvCxnSpPr>
          <p:nvPr/>
        </p:nvCxnSpPr>
        <p:spPr>
          <a:xfrm rot="16200000">
            <a:off x="2559050" y="3745865"/>
            <a:ext cx="2985135" cy="12700"/>
          </a:xfrm>
          <a:prstGeom prst="straightConnector1">
            <a:avLst/>
          </a:prstGeom>
          <a:noFill/>
          <a:ln w="38100" cap="flat" cmpd="sng" algn="ctr">
            <a:solidFill>
              <a:srgbClr val="ED7D31"/>
            </a:solidFill>
            <a:prstDash val="solid"/>
            <a:headEnd type="none"/>
            <a:tailEnd type="non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dvAuto="0"/>
      <p:bldP spid="8" grpId="0" animBg="1" advAuto="0"/>
      <p:bldP spid="13" grpId="0" animBg="1" advAuto="0"/>
      <p:bldP spid="14" grpId="0" animBg="1" advAuto="0"/>
      <p:bldP spid="15" grpId="0" animBg="1" advAuto="0"/>
      <p:bldP spid="16" grpId="0" animBg="1" advAuto="0"/>
      <p:bldP spid="22" grpId="0" animBg="1" advAuto="0"/>
      <p:bldP spid="23" grpId="0" animBg="1" advAuto="0"/>
      <p:bldP spid="24" grpId="0" animBg="1" advAuto="0"/>
      <p:bldP spid="25" grpId="0" animBg="1" advAuto="0"/>
      <p:bldP spid="26" grpId="0" animBg="1" advAuto="0"/>
      <p:bldP spid="27" grpId="0" animBg="1" advAuto="0"/>
      <p:bldP spid="28" grpId="0" animBg="1" advAuto="0"/>
      <p:bldP spid="29" grpId="0" animBg="1" advAuto="0"/>
      <p:bldP spid="30" grpId="0" animBg="1" advAuto="0"/>
      <p:bldP spid="31" grpId="0" animBg="1" advAuto="0"/>
      <p:bldP spid="31" grpId="1" animBg="1" advAuto="0"/>
      <p:bldP spid="32" grpId="0" animBg="1" advAuto="0"/>
      <p:bldP spid="33" grpId="0" animBg="1" advAuto="0"/>
      <p:bldP spid="34" grpId="0" animBg="1" advAuto="0"/>
      <p:bldP spid="35" grpId="0" animBg="1" advAuto="0"/>
      <p:bldP spid="36" grpId="0" animBg="1" advAuto="0"/>
      <p:bldP spid="37" grpId="0" animBg="1" advAuto="0"/>
      <p:bldP spid="38" grpId="0" animBg="1" advAuto="0"/>
      <p:bldP spid="39" grpId="0" animBg="1" advAuto="0"/>
      <p:bldP spid="40" grpId="0" animBg="1" advAuto="0"/>
      <p:bldP spid="41" grpId="0" animBg="1" advAuto="0"/>
      <p:bldP spid="42" grpId="0" animBg="1" advAuto="0"/>
      <p:bldP spid="43" grpId="0" animBg="1" advAuto="0"/>
    </p:bldLst>
    <p:extLst>
      <p:ext uri="smNativeData">
        <pr:smNativeData xmlns:pr="smNativeData" xmlns="smNativeData" val="ahKgah0AAAAFAAAA/f///wEAAAABAAAAAAAAAAAAAAAAAAAAAAAAAAcAAAD9////AQAAAAEAAAAAAAAAAAAAAAAAAAAAAAAACQAAAP3///8BAAAAAQAAAAAAAAAAAAAAAAAAAAAAAAALAAAA/f///wEAAAABAAAAAAAAAAAAAAAAAAAAAAAAAA0AAAD9////AQAAAAEAAAAAAAAAAAAAAAAAAAAAAAAADwAAAP3///8BAAAAAQAAAAAAAAAAAAAAAAAAAAAAAAARAAAA/f///wEAAAABAAAAAAAAAAAAAAAAAAAAAAAAABMAAAD9////AQAAAAEAAAAAAAAAAAAAAAAAAAAAAAAAFQAAAP3///8BAAAAAQAAAAAAAAAAAAAAAAAAAAAAAAAXAAAA/f///wEAAAABAAAAAAAAAAAAAAAAAAAAAAAAABkAAAD9////AQAAAAEAAAAAAAAAAAAAAAAAAAAAAAAAGwAAAP3///8BAAAAAQAAAAAAAAAAAAAAAAAAAAAAAAAfAAAA/f///wEAAAABAAAAAAAAAAAAAAAAAAAAAAAAACEAAAD9////AQAAAAEAAAAAAAAAAAAAAAAAAAAAAAAAJQAAAP3///8CAAAAAQAAAAAAAAAAAAAAAAAAAAAAAAApAAAA/f///wEAAAABAAAAAAAAAAAAAAAAAAAAAAAAACsAAAD9////AQAAAAEAAAAAAAAAAAAAAAAAAAAAAAAALQAAAP3///8BAAAAAQAAAAAAAAAAAAAAAAAAAAAAAAAvAAAA/f///wEAAAABAAAAAAAAAAAAAAAAAAAAAAAAADEAAAD9////AQAAAAEAAAAAAAAAAAAAAAAAAAAAAAAAMwAAAP3///8BAAAAAQAAAAAAAAAAAAAAAAAAAAAAAAA1AAAA/f///wEAAAABAAAAAAAAAAAAAAAAAAAAAAAAADcAAAD9////AQAAAAEAAAAAAAAAAAAAAAAAAAAAAAAAOQAAAP3///8BAAAAAQAAAAAAAAAAAAAAAAAAAAAAAAA7AAAA/f///wEAAAABAAAAAAAAAAAAAAAAAAAAAAAAAD0AAAD9////AQAAAAEAAAAAAAAAAAAAAAAAAAAAAAAAPwAAAP3///8BAAAAAQAAAAAAAAAAAAAAAAAAAAAAAABBAAAA/f///wEAAAABAAAAAAAAAAAAAAAAAAAAAAAAAEMAAAD9////AQAAAAEAAAAAAAAAAAAAAAAAAAAAAAAA"/>
      </p:ext>
    </p:extLst>
  </p:timing>
</p:sld>
</file>

<file path=ppt/theme/theme1.xml><?xml version="1.0" encoding="utf-8"?>
<a:theme xmlns:a="http://schemas.openxmlformats.org/drawingml/2006/main" name="Rand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Presentation">
      <a:majorFont>
        <a:latin typeface="Lato Bold"/>
        <a:ea typeface="Lato Bold"/>
        <a:cs typeface="Lato Bold"/>
      </a:majorFont>
      <a:minorFont>
        <a:latin typeface="Lato Bold"/>
        <a:ea typeface="Lato Bold"/>
        <a:cs typeface="Lato Bol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>
            <a:outerShdw blurRad="40000" dist="20000" dir="5400000" algn="tl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algn="tl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 prstMaterial="warmMatte"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>
          <a:noFill/>
        </a:ln>
        <a:scene3d>
          <a:camera prst="isometricOffAxis2Left">
            <a:rot lat="0" lon="0" rev="0"/>
          </a:camera>
          <a:lightRig rig="threePt" dir="t">
            <a:rot lat="0" lon="0" rev="0"/>
          </a:lightRig>
        </a:scene3d>
        <a:sp3d/>
      </a:spPr>
      <a:bodyPr spcFirstLastPara="1">
        <a:prstTxWarp prst="textNoShape">
          <a:avLst/>
        </a:prstTxWarp>
        <a:noAutofit/>
      </a:bodyPr>
      <a:lstStyle/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Custom [1]">
        <a:dk1>
          <a:srgbClr val="000000"/>
        </a:dk1>
        <a:lt1>
          <a:srgbClr val="FFFFFF"/>
        </a:lt1>
        <a:dk2>
          <a:srgbClr val="2E2706"/>
        </a:dk2>
        <a:lt2>
          <a:srgbClr val="EEEEEE"/>
        </a:lt2>
        <a:accent1>
          <a:srgbClr val="3465A4"/>
        </a:accent1>
        <a:accent2>
          <a:srgbClr val="168253"/>
        </a:accent2>
        <a:accent3>
          <a:srgbClr val="D62E4E"/>
        </a:accent3>
        <a:accent4>
          <a:srgbClr val="729FCF"/>
        </a:accent4>
        <a:accent5>
          <a:srgbClr val="5EB91E"/>
        </a:accent5>
        <a:accent6>
          <a:srgbClr val="EA7500"/>
        </a:accent6>
        <a:hlink>
          <a:srgbClr val="0060FF"/>
        </a:hlink>
        <a:folHlink>
          <a:srgbClr val="8020D9"/>
        </a:folHlink>
      </a:clrScheme>
    </a:extraClrScheme>
  </a:extraClrSchemeLst>
</a:theme>
</file>

<file path=ppt/theme/theme2.xml><?xml version="1.0" encoding="utf-8"?>
<a:theme xmlns:a="http://schemas.openxmlformats.org/drawingml/2006/main" name="Rand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Presentation">
      <a:majorFont>
        <a:latin typeface="Lato Bold"/>
        <a:ea typeface="Lato Bold"/>
        <a:cs typeface="Lato Bold"/>
      </a:majorFont>
      <a:minorFont>
        <a:latin typeface="Lato Bold"/>
        <a:ea typeface="Lato Bold"/>
        <a:cs typeface="Lato Bol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>
            <a:outerShdw blurRad="40000" dist="20000" dir="5400000" algn="tl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algn="tl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 prstMaterial="warmMatte"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>
          <a:noFill/>
        </a:ln>
        <a:scene3d>
          <a:camera prst="isometricOffAxis2Left">
            <a:rot lat="0" lon="0" rev="0"/>
          </a:camera>
          <a:lightRig rig="threePt" dir="t">
            <a:rot lat="0" lon="0" rev="0"/>
          </a:lightRig>
        </a:scene3d>
        <a:sp3d/>
      </a:spPr>
      <a:bodyPr spcFirstLastPara="1">
        <a:prstTxWarp prst="textNoShape">
          <a:avLst/>
        </a:prstTxWarp>
        <a:noAutofit/>
      </a:bodyPr>
      <a:lstStyle/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Override1.xml><?xml version="1.0" encoding="utf-8"?>
<a:themeOverride xmlns:a="http://schemas.openxmlformats.org/drawingml/2006/main">
  <a:clrScheme name="Presentation 2">
    <a:dk1>
      <a:srgbClr val="000000"/>
    </a:dk1>
    <a:lt1>
      <a:srgbClr val="FFFFFF"/>
    </a:lt1>
    <a:dk2>
      <a:srgbClr val="535353"/>
    </a:dk2>
    <a:lt2>
      <a:srgbClr val="A7A7A7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000FF"/>
    </a:hlink>
    <a:folHlink>
      <a:srgbClr val="FF00FF"/>
    </a:folHlink>
  </a:clrScheme>
</a:themeOverride>
</file>

<file path=ppt/theme/themeOverride2.xml><?xml version="1.0" encoding="utf-8"?>
<a:themeOverride xmlns:a="http://schemas.openxmlformats.org/drawingml/2006/main">
  <a:clrScheme name="Presentation 2">
    <a:dk1>
      <a:srgbClr val="000000"/>
    </a:dk1>
    <a:lt1>
      <a:srgbClr val="FFFFFF"/>
    </a:lt1>
    <a:dk2>
      <a:srgbClr val="535353"/>
    </a:dk2>
    <a:lt2>
      <a:srgbClr val="A7A7A7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000FF"/>
    </a:hlink>
    <a:folHlink>
      <a:srgbClr val="FF00FF"/>
    </a:folHlink>
  </a:clrScheme>
</a:themeOverride>
</file>

<file path=ppt/theme/themeOverride3.xml><?xml version="1.0" encoding="utf-8"?>
<a:themeOverride xmlns:a="http://schemas.openxmlformats.org/drawingml/2006/main">
  <a:clrScheme name="Presentation 2">
    <a:dk1>
      <a:srgbClr val="000000"/>
    </a:dk1>
    <a:lt1>
      <a:srgbClr val="FFFFFF"/>
    </a:lt1>
    <a:dk2>
      <a:srgbClr val="535353"/>
    </a:dk2>
    <a:lt2>
      <a:srgbClr val="A7A7A7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000FF"/>
    </a:hlink>
    <a:folHlink>
      <a:srgbClr val="FF00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Application>Presentations 2026 rev.1502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niko</cp:lastModifiedBy>
  <cp:revision>0</cp:revision>
  <dcterms:created xsi:type="dcterms:W3CDTF">2026-09-08T09:51:28Z</dcterms:created>
  <dcterms:modified xsi:type="dcterms:W3CDTF">2026-09-08T13:49:30Z</dcterms:modified>
</cp:coreProperties>
</file>